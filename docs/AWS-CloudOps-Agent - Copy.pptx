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notesMasterIdLst>
    <p:notesMasterId r:id="rId31"/>
  </p:notesMasterIdLst>
  <p:sldIdLst>
    <p:sldId id="614" r:id="rId2"/>
    <p:sldId id="616" r:id="rId3"/>
    <p:sldId id="617" r:id="rId4"/>
    <p:sldId id="744" r:id="rId5"/>
    <p:sldId id="759" r:id="rId6"/>
    <p:sldId id="754" r:id="rId7"/>
    <p:sldId id="748" r:id="rId8"/>
    <p:sldId id="755" r:id="rId9"/>
    <p:sldId id="756" r:id="rId10"/>
    <p:sldId id="758" r:id="rId11"/>
    <p:sldId id="618" r:id="rId12"/>
    <p:sldId id="619" r:id="rId13"/>
    <p:sldId id="740" r:id="rId14"/>
    <p:sldId id="757" r:id="rId15"/>
    <p:sldId id="760" r:id="rId16"/>
    <p:sldId id="620" r:id="rId17"/>
    <p:sldId id="764" r:id="rId18"/>
    <p:sldId id="765" r:id="rId19"/>
    <p:sldId id="753" r:id="rId20"/>
    <p:sldId id="769" r:id="rId21"/>
    <p:sldId id="762" r:id="rId22"/>
    <p:sldId id="763" r:id="rId23"/>
    <p:sldId id="766" r:id="rId24"/>
    <p:sldId id="770" r:id="rId25"/>
    <p:sldId id="774" r:id="rId26"/>
    <p:sldId id="771" r:id="rId27"/>
    <p:sldId id="772" r:id="rId28"/>
    <p:sldId id="767" r:id="rId29"/>
    <p:sldId id="773" r:id="rId3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059F9E-C46A-B547-B2F2-24DE96B4FEB2}">
          <p14:sldIdLst>
            <p14:sldId id="614"/>
            <p14:sldId id="616"/>
            <p14:sldId id="617"/>
            <p14:sldId id="744"/>
            <p14:sldId id="759"/>
            <p14:sldId id="754"/>
            <p14:sldId id="748"/>
            <p14:sldId id="755"/>
            <p14:sldId id="756"/>
            <p14:sldId id="758"/>
            <p14:sldId id="618"/>
            <p14:sldId id="619"/>
            <p14:sldId id="740"/>
            <p14:sldId id="757"/>
            <p14:sldId id="760"/>
            <p14:sldId id="620"/>
            <p14:sldId id="764"/>
            <p14:sldId id="765"/>
            <p14:sldId id="753"/>
            <p14:sldId id="769"/>
            <p14:sldId id="762"/>
            <p14:sldId id="763"/>
            <p14:sldId id="766"/>
            <p14:sldId id="770"/>
            <p14:sldId id="774"/>
            <p14:sldId id="771"/>
            <p14:sldId id="772"/>
            <p14:sldId id="767"/>
            <p14:sldId id="7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44">
          <p15:clr>
            <a:srgbClr val="A4A3A4"/>
          </p15:clr>
        </p15:guide>
        <p15:guide id="2" pos="1872">
          <p15:clr>
            <a:srgbClr val="A4A3A4"/>
          </p15:clr>
        </p15:guide>
        <p15:guide id="3" pos="4176">
          <p15:clr>
            <a:srgbClr val="A4A3A4"/>
          </p15:clr>
        </p15:guide>
        <p15:guide id="4" pos="5496">
          <p15:clr>
            <a:srgbClr val="A4A3A4"/>
          </p15:clr>
        </p15:guide>
        <p15:guide id="5" orient="horz" pos="1224">
          <p15:clr>
            <a:srgbClr val="A4A3A4"/>
          </p15:clr>
        </p15:guide>
        <p15:guide id="6" orient="horz" pos="3624">
          <p15:clr>
            <a:srgbClr val="A4A3A4"/>
          </p15:clr>
        </p15:guide>
        <p15:guide id="7" orient="horz" pos="20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8428B0-A610-6AC2-1E30-1B1B2D72BE2B}" name="Knott, Candy [C]" initials="KC[" userId="Knott, Candy [C]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20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Papadakis Kantos, Yianna" initials="PKY" lastIdx="4" clrIdx="1">
    <p:extLst>
      <p:ext uri="{19B8F6BF-5375-455C-9EA6-DF929625EA0E}">
        <p15:presenceInfo xmlns:p15="http://schemas.microsoft.com/office/powerpoint/2012/main" userId="Papadakis Kantos, Yian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E2896"/>
    <a:srgbClr val="DD344C"/>
    <a:srgbClr val="232F3E"/>
    <a:srgbClr val="01A88D"/>
    <a:srgbClr val="7AA116"/>
    <a:srgbClr val="ED7100"/>
    <a:srgbClr val="E7157B"/>
    <a:srgbClr val="C925D1"/>
    <a:srgbClr val="8C4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74AD2-B04E-4CA8-A27E-CD575D57784E}" v="139" dt="2025-12-16T13:38:41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8"/>
    <p:restoredTop sz="96247" autoAdjust="0"/>
  </p:normalViewPr>
  <p:slideViewPr>
    <p:cSldViewPr snapToGrid="0" snapToObjects="1">
      <p:cViewPr>
        <p:scale>
          <a:sx n="125" d="100"/>
          <a:sy n="125" d="100"/>
        </p:scale>
        <p:origin x="1260" y="858"/>
      </p:cViewPr>
      <p:guideLst>
        <p:guide orient="horz" pos="744"/>
        <p:guide pos="1872"/>
        <p:guide pos="4176"/>
        <p:guide pos="5496"/>
        <p:guide orient="horz" pos="1224"/>
        <p:guide orient="horz" pos="3624"/>
        <p:guide orient="horz" pos="2040"/>
      </p:guideLst>
    </p:cSldViewPr>
  </p:slideViewPr>
  <p:outlineViewPr>
    <p:cViewPr>
      <p:scale>
        <a:sx n="33" d="100"/>
        <a:sy n="33" d="100"/>
      </p:scale>
      <p:origin x="0" y="-26528"/>
    </p:cViewPr>
  </p:outlin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Gia Huy (MS/EDS32-XC)" userId="d9f699be-2136-4f92-a51b-6ba825a7fb6b" providerId="ADAL" clId="{4AE74AD2-B04E-4CA8-A27E-CD575D57784E}"/>
    <pc:docChg chg="undo custSel addSld delSld modSld sldOrd modSection">
      <pc:chgData name="Nguyen Gia Huy (MS/EDS32-XC)" userId="d9f699be-2136-4f92-a51b-6ba825a7fb6b" providerId="ADAL" clId="{4AE74AD2-B04E-4CA8-A27E-CD575D57784E}" dt="2025-12-16T13:39:11.792" v="1468" actId="2696"/>
      <pc:docMkLst>
        <pc:docMk/>
      </pc:docMkLst>
      <pc:sldChg chg="modSp mod">
        <pc:chgData name="Nguyen Gia Huy (MS/EDS32-XC)" userId="d9f699be-2136-4f92-a51b-6ba825a7fb6b" providerId="ADAL" clId="{4AE74AD2-B04E-4CA8-A27E-CD575D57784E}" dt="2025-12-10T13:48:11.337" v="200" actId="20577"/>
        <pc:sldMkLst>
          <pc:docMk/>
          <pc:sldMk cId="3939754665" sldId="614"/>
        </pc:sldMkLst>
        <pc:spChg chg="mod">
          <ac:chgData name="Nguyen Gia Huy (MS/EDS32-XC)" userId="d9f699be-2136-4f92-a51b-6ba825a7fb6b" providerId="ADAL" clId="{4AE74AD2-B04E-4CA8-A27E-CD575D57784E}" dt="2025-12-10T13:48:11.337" v="200" actId="20577"/>
          <ac:spMkLst>
            <pc:docMk/>
            <pc:sldMk cId="3939754665" sldId="614"/>
            <ac:spMk id="6" creationId="{73B02B47-D7B7-1618-B326-5C0FECC3B972}"/>
          </ac:spMkLst>
        </pc:spChg>
      </pc:sldChg>
      <pc:sldChg chg="modSp mod">
        <pc:chgData name="Nguyen Gia Huy (MS/EDS32-XC)" userId="d9f699be-2136-4f92-a51b-6ba825a7fb6b" providerId="ADAL" clId="{4AE74AD2-B04E-4CA8-A27E-CD575D57784E}" dt="2025-12-15T22:46:52.521" v="1365" actId="20577"/>
        <pc:sldMkLst>
          <pc:docMk/>
          <pc:sldMk cId="300492059" sldId="616"/>
        </pc:sldMkLst>
        <pc:spChg chg="mod">
          <ac:chgData name="Nguyen Gia Huy (MS/EDS32-XC)" userId="d9f699be-2136-4f92-a51b-6ba825a7fb6b" providerId="ADAL" clId="{4AE74AD2-B04E-4CA8-A27E-CD575D57784E}" dt="2025-12-15T22:46:52.521" v="1365" actId="20577"/>
          <ac:spMkLst>
            <pc:docMk/>
            <pc:sldMk cId="300492059" sldId="616"/>
            <ac:spMk id="40962" creationId="{951997B1-C0C0-9917-B2E1-C9291CBF4395}"/>
          </ac:spMkLst>
        </pc:spChg>
      </pc:sldChg>
      <pc:sldChg chg="addSp delSp modSp mod ord">
        <pc:chgData name="Nguyen Gia Huy (MS/EDS32-XC)" userId="d9f699be-2136-4f92-a51b-6ba825a7fb6b" providerId="ADAL" clId="{4AE74AD2-B04E-4CA8-A27E-CD575D57784E}" dt="2025-12-11T13:59:06.021" v="520"/>
        <pc:sldMkLst>
          <pc:docMk/>
          <pc:sldMk cId="27013035" sldId="617"/>
        </pc:sldMkLst>
        <pc:spChg chg="mod">
          <ac:chgData name="Nguyen Gia Huy (MS/EDS32-XC)" userId="d9f699be-2136-4f92-a51b-6ba825a7fb6b" providerId="ADAL" clId="{4AE74AD2-B04E-4CA8-A27E-CD575D57784E}" dt="2025-12-11T13:59:06.021" v="520"/>
          <ac:spMkLst>
            <pc:docMk/>
            <pc:sldMk cId="27013035" sldId="617"/>
            <ac:spMk id="6" creationId="{577D5DFA-3499-9A70-A682-6003D6AE90A9}"/>
          </ac:spMkLst>
        </pc:spChg>
        <pc:spChg chg="mod">
          <ac:chgData name="Nguyen Gia Huy (MS/EDS32-XC)" userId="d9f699be-2136-4f92-a51b-6ba825a7fb6b" providerId="ADAL" clId="{4AE74AD2-B04E-4CA8-A27E-CD575D57784E}" dt="2025-12-11T13:59:01.297" v="519"/>
          <ac:spMkLst>
            <pc:docMk/>
            <pc:sldMk cId="27013035" sldId="617"/>
            <ac:spMk id="37889" creationId="{11D34F2B-8BD1-2232-9318-C2EE3FEF5F13}"/>
          </ac:spMkLst>
        </pc:spChg>
      </pc:sldChg>
      <pc:sldChg chg="modSp mod">
        <pc:chgData name="Nguyen Gia Huy (MS/EDS32-XC)" userId="d9f699be-2136-4f92-a51b-6ba825a7fb6b" providerId="ADAL" clId="{4AE74AD2-B04E-4CA8-A27E-CD575D57784E}" dt="2025-12-10T15:18:58.086" v="473" actId="3062"/>
        <pc:sldMkLst>
          <pc:docMk/>
          <pc:sldMk cId="4052894805" sldId="618"/>
        </pc:sldMkLst>
        <pc:spChg chg="mod">
          <ac:chgData name="Nguyen Gia Huy (MS/EDS32-XC)" userId="d9f699be-2136-4f92-a51b-6ba825a7fb6b" providerId="ADAL" clId="{4AE74AD2-B04E-4CA8-A27E-CD575D57784E}" dt="2025-12-10T15:18:58.086" v="473" actId="3062"/>
          <ac:spMkLst>
            <pc:docMk/>
            <pc:sldMk cId="4052894805" sldId="618"/>
            <ac:spMk id="43010" creationId="{9ED30FCF-131D-0E6B-16AF-8D8553AAE316}"/>
          </ac:spMkLst>
        </pc:spChg>
      </pc:sldChg>
      <pc:sldChg chg="modSp mod">
        <pc:chgData name="Nguyen Gia Huy (MS/EDS32-XC)" userId="d9f699be-2136-4f92-a51b-6ba825a7fb6b" providerId="ADAL" clId="{4AE74AD2-B04E-4CA8-A27E-CD575D57784E}" dt="2025-12-10T15:19:41.860" v="476" actId="255"/>
        <pc:sldMkLst>
          <pc:docMk/>
          <pc:sldMk cId="851149840" sldId="619"/>
        </pc:sldMkLst>
        <pc:spChg chg="mod">
          <ac:chgData name="Nguyen Gia Huy (MS/EDS32-XC)" userId="d9f699be-2136-4f92-a51b-6ba825a7fb6b" providerId="ADAL" clId="{4AE74AD2-B04E-4CA8-A27E-CD575D57784E}" dt="2025-12-10T15:19:31.845" v="474" actId="255"/>
          <ac:spMkLst>
            <pc:docMk/>
            <pc:sldMk cId="851149840" sldId="619"/>
            <ac:spMk id="44034" creationId="{4008F735-1C6D-FAFC-D07B-062678FCD0C0}"/>
          </ac:spMkLst>
        </pc:spChg>
        <pc:spChg chg="mod">
          <ac:chgData name="Nguyen Gia Huy (MS/EDS32-XC)" userId="d9f699be-2136-4f92-a51b-6ba825a7fb6b" providerId="ADAL" clId="{4AE74AD2-B04E-4CA8-A27E-CD575D57784E}" dt="2025-12-10T15:19:36.111" v="475" actId="255"/>
          <ac:spMkLst>
            <pc:docMk/>
            <pc:sldMk cId="851149840" sldId="619"/>
            <ac:spMk id="44035" creationId="{B490C032-4A52-2F4D-1CA8-8B14723E57F4}"/>
          </ac:spMkLst>
        </pc:spChg>
        <pc:spChg chg="mod">
          <ac:chgData name="Nguyen Gia Huy (MS/EDS32-XC)" userId="d9f699be-2136-4f92-a51b-6ba825a7fb6b" providerId="ADAL" clId="{4AE74AD2-B04E-4CA8-A27E-CD575D57784E}" dt="2025-12-10T15:19:41.860" v="476" actId="255"/>
          <ac:spMkLst>
            <pc:docMk/>
            <pc:sldMk cId="851149840" sldId="619"/>
            <ac:spMk id="44036" creationId="{C4725AF4-C230-08E3-7BE5-43E4766B9894}"/>
          </ac:spMkLst>
        </pc:spChg>
      </pc:sldChg>
      <pc:sldChg chg="modSp mod ord">
        <pc:chgData name="Nguyen Gia Huy (MS/EDS32-XC)" userId="d9f699be-2136-4f92-a51b-6ba825a7fb6b" providerId="ADAL" clId="{4AE74AD2-B04E-4CA8-A27E-CD575D57784E}" dt="2025-12-15T22:50:37.822" v="1409" actId="20577"/>
        <pc:sldMkLst>
          <pc:docMk/>
          <pc:sldMk cId="766687713" sldId="620"/>
        </pc:sldMkLst>
        <pc:spChg chg="mod">
          <ac:chgData name="Nguyen Gia Huy (MS/EDS32-XC)" userId="d9f699be-2136-4f92-a51b-6ba825a7fb6b" providerId="ADAL" clId="{4AE74AD2-B04E-4CA8-A27E-CD575D57784E}" dt="2025-12-15T22:50:37.822" v="1409" actId="20577"/>
          <ac:spMkLst>
            <pc:docMk/>
            <pc:sldMk cId="766687713" sldId="620"/>
            <ac:spMk id="7" creationId="{4722E08C-2598-4D13-2798-A19D705485B2}"/>
          </ac:spMkLst>
        </pc:spChg>
        <pc:spChg chg="mod">
          <ac:chgData name="Nguyen Gia Huy (MS/EDS32-XC)" userId="d9f699be-2136-4f92-a51b-6ba825a7fb6b" providerId="ADAL" clId="{4AE74AD2-B04E-4CA8-A27E-CD575D57784E}" dt="2025-12-15T13:44:12.869" v="1293" actId="20577"/>
          <ac:spMkLst>
            <pc:docMk/>
            <pc:sldMk cId="766687713" sldId="620"/>
            <ac:spMk id="45057" creationId="{0A87FB6D-869D-8DA7-C7BA-610E4BA4D926}"/>
          </ac:spMkLst>
        </pc:spChg>
      </pc:sldChg>
      <pc:sldChg chg="del">
        <pc:chgData name="Nguyen Gia Huy (MS/EDS32-XC)" userId="d9f699be-2136-4f92-a51b-6ba825a7fb6b" providerId="ADAL" clId="{4AE74AD2-B04E-4CA8-A27E-CD575D57784E}" dt="2025-12-15T13:12:34.085" v="707" actId="47"/>
        <pc:sldMkLst>
          <pc:docMk/>
          <pc:sldMk cId="2354689242" sldId="623"/>
        </pc:sldMkLst>
      </pc:sldChg>
      <pc:sldChg chg="del">
        <pc:chgData name="Nguyen Gia Huy (MS/EDS32-XC)" userId="d9f699be-2136-4f92-a51b-6ba825a7fb6b" providerId="ADAL" clId="{4AE74AD2-B04E-4CA8-A27E-CD575D57784E}" dt="2025-12-15T13:12:05.131" v="705" actId="47"/>
        <pc:sldMkLst>
          <pc:docMk/>
          <pc:sldMk cId="1114651473" sldId="742"/>
        </pc:sldMkLst>
      </pc:sldChg>
      <pc:sldChg chg="del">
        <pc:chgData name="Nguyen Gia Huy (MS/EDS32-XC)" userId="d9f699be-2136-4f92-a51b-6ba825a7fb6b" providerId="ADAL" clId="{4AE74AD2-B04E-4CA8-A27E-CD575D57784E}" dt="2025-12-11T13:59:09.842" v="521" actId="2696"/>
        <pc:sldMkLst>
          <pc:docMk/>
          <pc:sldMk cId="1993715571" sldId="743"/>
        </pc:sldMkLst>
      </pc:sldChg>
      <pc:sldChg chg="modSp del mod">
        <pc:chgData name="Nguyen Gia Huy (MS/EDS32-XC)" userId="d9f699be-2136-4f92-a51b-6ba825a7fb6b" providerId="ADAL" clId="{4AE74AD2-B04E-4CA8-A27E-CD575D57784E}" dt="2025-12-11T13:58:25.733" v="512" actId="2696"/>
        <pc:sldMkLst>
          <pc:docMk/>
          <pc:sldMk cId="2473542983" sldId="745"/>
        </pc:sldMkLst>
      </pc:sldChg>
      <pc:sldChg chg="del">
        <pc:chgData name="Nguyen Gia Huy (MS/EDS32-XC)" userId="d9f699be-2136-4f92-a51b-6ba825a7fb6b" providerId="ADAL" clId="{4AE74AD2-B04E-4CA8-A27E-CD575D57784E}" dt="2025-12-15T13:12:34.085" v="707" actId="47"/>
        <pc:sldMkLst>
          <pc:docMk/>
          <pc:sldMk cId="4165631021" sldId="747"/>
        </pc:sldMkLst>
      </pc:sldChg>
      <pc:sldChg chg="addSp delSp modSp mod delAnim modAnim">
        <pc:chgData name="Nguyen Gia Huy (MS/EDS32-XC)" userId="d9f699be-2136-4f92-a51b-6ba825a7fb6b" providerId="ADAL" clId="{4AE74AD2-B04E-4CA8-A27E-CD575D57784E}" dt="2025-12-11T15:01:53.063" v="682" actId="208"/>
        <pc:sldMkLst>
          <pc:docMk/>
          <pc:sldMk cId="262038008" sldId="748"/>
        </pc:sldMkLst>
        <pc:spChg chg="mod">
          <ac:chgData name="Nguyen Gia Huy (MS/EDS32-XC)" userId="d9f699be-2136-4f92-a51b-6ba825a7fb6b" providerId="ADAL" clId="{4AE74AD2-B04E-4CA8-A27E-CD575D57784E}" dt="2025-12-10T13:59:57.057" v="240" actId="1076"/>
          <ac:spMkLst>
            <pc:docMk/>
            <pc:sldMk cId="262038008" sldId="748"/>
            <ac:spMk id="6" creationId="{0A868562-624B-47A0-4348-4A80533B2C7D}"/>
          </ac:spMkLst>
        </pc:spChg>
        <pc:spChg chg="add mod">
          <ac:chgData name="Nguyen Gia Huy (MS/EDS32-XC)" userId="d9f699be-2136-4f92-a51b-6ba825a7fb6b" providerId="ADAL" clId="{4AE74AD2-B04E-4CA8-A27E-CD575D57784E}" dt="2025-12-10T14:34:17.241" v="328" actId="164"/>
          <ac:spMkLst>
            <pc:docMk/>
            <pc:sldMk cId="262038008" sldId="748"/>
            <ac:spMk id="48" creationId="{6FFB6C3C-634C-EB00-947F-C8EA151F5617}"/>
          </ac:spMkLst>
        </pc:spChg>
        <pc:spChg chg="add mod">
          <ac:chgData name="Nguyen Gia Huy (MS/EDS32-XC)" userId="d9f699be-2136-4f92-a51b-6ba825a7fb6b" providerId="ADAL" clId="{4AE74AD2-B04E-4CA8-A27E-CD575D57784E}" dt="2025-12-10T14:34:14.836" v="327" actId="164"/>
          <ac:spMkLst>
            <pc:docMk/>
            <pc:sldMk cId="262038008" sldId="748"/>
            <ac:spMk id="49" creationId="{C40371D9-8C4C-CC80-9042-9D31AC93A159}"/>
          </ac:spMkLst>
        </pc:spChg>
        <pc:spChg chg="mod">
          <ac:chgData name="Nguyen Gia Huy (MS/EDS32-XC)" userId="d9f699be-2136-4f92-a51b-6ba825a7fb6b" providerId="ADAL" clId="{4AE74AD2-B04E-4CA8-A27E-CD575D57784E}" dt="2025-12-10T14:34:12.700" v="326" actId="164"/>
          <ac:spMkLst>
            <pc:docMk/>
            <pc:sldMk cId="262038008" sldId="748"/>
            <ac:spMk id="50" creationId="{96EB83D8-1B3A-30A2-B435-1E2244701FF4}"/>
          </ac:spMkLst>
        </pc:spChg>
        <pc:spChg chg="add mod">
          <ac:chgData name="Nguyen Gia Huy (MS/EDS32-XC)" userId="d9f699be-2136-4f92-a51b-6ba825a7fb6b" providerId="ADAL" clId="{4AE74AD2-B04E-4CA8-A27E-CD575D57784E}" dt="2025-12-10T14:34:10.029" v="325" actId="164"/>
          <ac:spMkLst>
            <pc:docMk/>
            <pc:sldMk cId="262038008" sldId="748"/>
            <ac:spMk id="51" creationId="{8EEEF578-B511-8DC0-BEA3-70DF936A30B4}"/>
          </ac:spMkLst>
        </pc:spChg>
        <pc:spChg chg="add mod">
          <ac:chgData name="Nguyen Gia Huy (MS/EDS32-XC)" userId="d9f699be-2136-4f92-a51b-6ba825a7fb6b" providerId="ADAL" clId="{4AE74AD2-B04E-4CA8-A27E-CD575D57784E}" dt="2025-12-11T15:01:53.063" v="682" actId="208"/>
          <ac:spMkLst>
            <pc:docMk/>
            <pc:sldMk cId="262038008" sldId="748"/>
            <ac:spMk id="53" creationId="{7E135929-6BE0-E2D0-AB1A-E59007ECD108}"/>
          </ac:spMkLst>
        </pc:spChg>
        <pc:spChg chg="mod">
          <ac:chgData name="Nguyen Gia Huy (MS/EDS32-XC)" userId="d9f699be-2136-4f92-a51b-6ba825a7fb6b" providerId="ADAL" clId="{4AE74AD2-B04E-4CA8-A27E-CD575D57784E}" dt="2025-12-10T14:34:14.836" v="327" actId="164"/>
          <ac:spMkLst>
            <pc:docMk/>
            <pc:sldMk cId="262038008" sldId="748"/>
            <ac:spMk id="54" creationId="{153DD483-5DEF-E84E-56A3-D827D28218DD}"/>
          </ac:spMkLst>
        </pc:spChg>
        <pc:spChg chg="mod">
          <ac:chgData name="Nguyen Gia Huy (MS/EDS32-XC)" userId="d9f699be-2136-4f92-a51b-6ba825a7fb6b" providerId="ADAL" clId="{4AE74AD2-B04E-4CA8-A27E-CD575D57784E}" dt="2025-12-10T14:34:12.700" v="326" actId="164"/>
          <ac:spMkLst>
            <pc:docMk/>
            <pc:sldMk cId="262038008" sldId="748"/>
            <ac:spMk id="55" creationId="{CFD5B27D-8FD0-BD42-0643-3FB4FF2E1635}"/>
          </ac:spMkLst>
        </pc:spChg>
        <pc:spChg chg="add mod">
          <ac:chgData name="Nguyen Gia Huy (MS/EDS32-XC)" userId="d9f699be-2136-4f92-a51b-6ba825a7fb6b" providerId="ADAL" clId="{4AE74AD2-B04E-4CA8-A27E-CD575D57784E}" dt="2025-12-10T14:34:10.029" v="325" actId="164"/>
          <ac:spMkLst>
            <pc:docMk/>
            <pc:sldMk cId="262038008" sldId="748"/>
            <ac:spMk id="56" creationId="{40993884-81DC-6D6A-8773-E03E3A5A9BDC}"/>
          </ac:spMkLst>
        </pc:spChg>
        <pc:grpChg chg="add mod">
          <ac:chgData name="Nguyen Gia Huy (MS/EDS32-XC)" userId="d9f699be-2136-4f92-a51b-6ba825a7fb6b" providerId="ADAL" clId="{4AE74AD2-B04E-4CA8-A27E-CD575D57784E}" dt="2025-12-10T14:34:42.879" v="331" actId="1076"/>
          <ac:grpSpMkLst>
            <pc:docMk/>
            <pc:sldMk cId="262038008" sldId="748"/>
            <ac:grpSpMk id="75" creationId="{FBC4DBF1-51A8-9A23-4692-20C693E47947}"/>
          </ac:grpSpMkLst>
        </pc:grpChg>
        <pc:grpChg chg="add mod">
          <ac:chgData name="Nguyen Gia Huy (MS/EDS32-XC)" userId="d9f699be-2136-4f92-a51b-6ba825a7fb6b" providerId="ADAL" clId="{4AE74AD2-B04E-4CA8-A27E-CD575D57784E}" dt="2025-12-10T14:34:42.879" v="331" actId="1076"/>
          <ac:grpSpMkLst>
            <pc:docMk/>
            <pc:sldMk cId="262038008" sldId="748"/>
            <ac:grpSpMk id="76" creationId="{36D8704B-CCB2-B1DF-93BD-59DC1BCF081F}"/>
          </ac:grpSpMkLst>
        </pc:grpChg>
        <pc:grpChg chg="add mod">
          <ac:chgData name="Nguyen Gia Huy (MS/EDS32-XC)" userId="d9f699be-2136-4f92-a51b-6ba825a7fb6b" providerId="ADAL" clId="{4AE74AD2-B04E-4CA8-A27E-CD575D57784E}" dt="2025-12-10T14:34:42.879" v="331" actId="1076"/>
          <ac:grpSpMkLst>
            <pc:docMk/>
            <pc:sldMk cId="262038008" sldId="748"/>
            <ac:grpSpMk id="77" creationId="{3034192F-2BFD-E06E-A5F9-CD3753C5D490}"/>
          </ac:grpSpMkLst>
        </pc:grpChg>
        <pc:grpChg chg="add mod">
          <ac:chgData name="Nguyen Gia Huy (MS/EDS32-XC)" userId="d9f699be-2136-4f92-a51b-6ba825a7fb6b" providerId="ADAL" clId="{4AE74AD2-B04E-4CA8-A27E-CD575D57784E}" dt="2025-12-10T14:34:42.879" v="331" actId="1076"/>
          <ac:grpSpMkLst>
            <pc:docMk/>
            <pc:sldMk cId="262038008" sldId="748"/>
            <ac:grpSpMk id="78" creationId="{04D4E574-17FA-66CA-5D8D-1CBD58047313}"/>
          </ac:grpSpMkLst>
        </pc:grpChg>
        <pc:picChg chg="add mod">
          <ac:chgData name="Nguyen Gia Huy (MS/EDS32-XC)" userId="d9f699be-2136-4f92-a51b-6ba825a7fb6b" providerId="ADAL" clId="{4AE74AD2-B04E-4CA8-A27E-CD575D57784E}" dt="2025-12-10T14:34:17.241" v="328" actId="164"/>
          <ac:picMkLst>
            <pc:docMk/>
            <pc:sldMk cId="262038008" sldId="748"/>
            <ac:picMk id="65" creationId="{0037E513-6359-4E59-78AC-234945DD1EA8}"/>
          </ac:picMkLst>
        </pc:picChg>
        <pc:picChg chg="add mod">
          <ac:chgData name="Nguyen Gia Huy (MS/EDS32-XC)" userId="d9f699be-2136-4f92-a51b-6ba825a7fb6b" providerId="ADAL" clId="{4AE74AD2-B04E-4CA8-A27E-CD575D57784E}" dt="2025-12-10T14:34:14.836" v="327" actId="164"/>
          <ac:picMkLst>
            <pc:docMk/>
            <pc:sldMk cId="262038008" sldId="748"/>
            <ac:picMk id="67" creationId="{B400742C-D9C5-EFC6-BD96-4A7005FCF167}"/>
          </ac:picMkLst>
        </pc:picChg>
        <pc:picChg chg="add mod">
          <ac:chgData name="Nguyen Gia Huy (MS/EDS32-XC)" userId="d9f699be-2136-4f92-a51b-6ba825a7fb6b" providerId="ADAL" clId="{4AE74AD2-B04E-4CA8-A27E-CD575D57784E}" dt="2025-12-10T14:34:12.700" v="326" actId="164"/>
          <ac:picMkLst>
            <pc:docMk/>
            <pc:sldMk cId="262038008" sldId="748"/>
            <ac:picMk id="69" creationId="{B6F831E8-0C1B-73A7-0142-375715001690}"/>
          </ac:picMkLst>
        </pc:picChg>
        <pc:picChg chg="add mod">
          <ac:chgData name="Nguyen Gia Huy (MS/EDS32-XC)" userId="d9f699be-2136-4f92-a51b-6ba825a7fb6b" providerId="ADAL" clId="{4AE74AD2-B04E-4CA8-A27E-CD575D57784E}" dt="2025-12-10T14:34:10.029" v="325" actId="164"/>
          <ac:picMkLst>
            <pc:docMk/>
            <pc:sldMk cId="262038008" sldId="748"/>
            <ac:picMk id="71" creationId="{38BBE82D-367D-0DED-089C-7F15E77F1B1B}"/>
          </ac:picMkLst>
        </pc:picChg>
      </pc:sldChg>
      <pc:sldChg chg="del">
        <pc:chgData name="Nguyen Gia Huy (MS/EDS32-XC)" userId="d9f699be-2136-4f92-a51b-6ba825a7fb6b" providerId="ADAL" clId="{4AE74AD2-B04E-4CA8-A27E-CD575D57784E}" dt="2025-12-15T13:12:34.085" v="707" actId="47"/>
        <pc:sldMkLst>
          <pc:docMk/>
          <pc:sldMk cId="3352814824" sldId="750"/>
        </pc:sldMkLst>
      </pc:sldChg>
      <pc:sldChg chg="modSp mod">
        <pc:chgData name="Nguyen Gia Huy (MS/EDS32-XC)" userId="d9f699be-2136-4f92-a51b-6ba825a7fb6b" providerId="ADAL" clId="{4AE74AD2-B04E-4CA8-A27E-CD575D57784E}" dt="2025-12-11T14:43:06.321" v="630" actId="5793"/>
        <pc:sldMkLst>
          <pc:docMk/>
          <pc:sldMk cId="4268242211" sldId="753"/>
        </pc:sldMkLst>
        <pc:spChg chg="mod">
          <ac:chgData name="Nguyen Gia Huy (MS/EDS32-XC)" userId="d9f699be-2136-4f92-a51b-6ba825a7fb6b" providerId="ADAL" clId="{4AE74AD2-B04E-4CA8-A27E-CD575D57784E}" dt="2025-12-11T14:43:06.321" v="630" actId="5793"/>
          <ac:spMkLst>
            <pc:docMk/>
            <pc:sldMk cId="4268242211" sldId="753"/>
            <ac:spMk id="6" creationId="{8EFE4179-6F17-7FAE-CC0D-3D6A374D01CD}"/>
          </ac:spMkLst>
        </pc:spChg>
      </pc:sldChg>
      <pc:sldChg chg="addSp delSp modSp add mod ord">
        <pc:chgData name="Nguyen Gia Huy (MS/EDS32-XC)" userId="d9f699be-2136-4f92-a51b-6ba825a7fb6b" providerId="ADAL" clId="{4AE74AD2-B04E-4CA8-A27E-CD575D57784E}" dt="2025-12-10T13:48:51.114" v="201" actId="20577"/>
        <pc:sldMkLst>
          <pc:docMk/>
          <pc:sldMk cId="592778510" sldId="754"/>
        </pc:sldMkLst>
        <pc:spChg chg="mod">
          <ac:chgData name="Nguyen Gia Huy (MS/EDS32-XC)" userId="d9f699be-2136-4f92-a51b-6ba825a7fb6b" providerId="ADAL" clId="{4AE74AD2-B04E-4CA8-A27E-CD575D57784E}" dt="2025-12-08T14:48:35.237" v="172" actId="207"/>
          <ac:spMkLst>
            <pc:docMk/>
            <pc:sldMk cId="592778510" sldId="754"/>
            <ac:spMk id="5" creationId="{3858270B-BCEE-97D2-9F43-72A42441B320}"/>
          </ac:spMkLst>
        </pc:spChg>
        <pc:spChg chg="mod">
          <ac:chgData name="Nguyen Gia Huy (MS/EDS32-XC)" userId="d9f699be-2136-4f92-a51b-6ba825a7fb6b" providerId="ADAL" clId="{4AE74AD2-B04E-4CA8-A27E-CD575D57784E}" dt="2025-12-10T13:48:51.114" v="201" actId="20577"/>
          <ac:spMkLst>
            <pc:docMk/>
            <pc:sldMk cId="592778510" sldId="754"/>
            <ac:spMk id="6" creationId="{240DFCE4-23B3-8B35-324C-2245E244AC9B}"/>
          </ac:spMkLst>
        </pc:spChg>
        <pc:spChg chg="mod">
          <ac:chgData name="Nguyen Gia Huy (MS/EDS32-XC)" userId="d9f699be-2136-4f92-a51b-6ba825a7fb6b" providerId="ADAL" clId="{4AE74AD2-B04E-4CA8-A27E-CD575D57784E}" dt="2025-12-08T14:45:45.970" v="156" actId="1076"/>
          <ac:spMkLst>
            <pc:docMk/>
            <pc:sldMk cId="592778510" sldId="754"/>
            <ac:spMk id="7" creationId="{ED7866D6-BE6A-3763-C76B-0D8EB9058B61}"/>
          </ac:spMkLst>
        </pc:spChg>
        <pc:spChg chg="add mod">
          <ac:chgData name="Nguyen Gia Huy (MS/EDS32-XC)" userId="d9f699be-2136-4f92-a51b-6ba825a7fb6b" providerId="ADAL" clId="{4AE74AD2-B04E-4CA8-A27E-CD575D57784E}" dt="2025-12-08T14:49:02.347" v="177" actId="20577"/>
          <ac:spMkLst>
            <pc:docMk/>
            <pc:sldMk cId="592778510" sldId="754"/>
            <ac:spMk id="18" creationId="{6E125575-D9E2-61D1-FDBF-87723F37C03A}"/>
          </ac:spMkLst>
        </pc:spChg>
        <pc:picChg chg="add mod">
          <ac:chgData name="Nguyen Gia Huy (MS/EDS32-XC)" userId="d9f699be-2136-4f92-a51b-6ba825a7fb6b" providerId="ADAL" clId="{4AE74AD2-B04E-4CA8-A27E-CD575D57784E}" dt="2025-12-08T14:50:45.651" v="179" actId="1076"/>
          <ac:picMkLst>
            <pc:docMk/>
            <pc:sldMk cId="592778510" sldId="754"/>
            <ac:picMk id="14" creationId="{726FD373-6826-760F-8B25-5C026CAA224B}"/>
          </ac:picMkLst>
        </pc:picChg>
        <pc:picChg chg="add mod">
          <ac:chgData name="Nguyen Gia Huy (MS/EDS32-XC)" userId="d9f699be-2136-4f92-a51b-6ba825a7fb6b" providerId="ADAL" clId="{4AE74AD2-B04E-4CA8-A27E-CD575D57784E}" dt="2025-12-08T14:46:02.790" v="160" actId="1076"/>
          <ac:picMkLst>
            <pc:docMk/>
            <pc:sldMk cId="592778510" sldId="754"/>
            <ac:picMk id="15" creationId="{589375A5-FFDB-49C4-7F80-F8F1404984ED}"/>
          </ac:picMkLst>
        </pc:picChg>
        <pc:picChg chg="add mod">
          <ac:chgData name="Nguyen Gia Huy (MS/EDS32-XC)" userId="d9f699be-2136-4f92-a51b-6ba825a7fb6b" providerId="ADAL" clId="{4AE74AD2-B04E-4CA8-A27E-CD575D57784E}" dt="2025-12-08T14:47:49.836" v="162" actId="1076"/>
          <ac:picMkLst>
            <pc:docMk/>
            <pc:sldMk cId="592778510" sldId="754"/>
            <ac:picMk id="17" creationId="{F7DD5BAC-0DD7-AE15-54BC-6EE940D42096}"/>
          </ac:picMkLst>
        </pc:picChg>
      </pc:sldChg>
      <pc:sldChg chg="addSp delSp modSp add mod">
        <pc:chgData name="Nguyen Gia Huy (MS/EDS32-XC)" userId="d9f699be-2136-4f92-a51b-6ba825a7fb6b" providerId="ADAL" clId="{4AE74AD2-B04E-4CA8-A27E-CD575D57784E}" dt="2025-12-11T14:00:48.796" v="535" actId="1076"/>
        <pc:sldMkLst>
          <pc:docMk/>
          <pc:sldMk cId="3279511849" sldId="755"/>
        </pc:sldMkLst>
        <pc:spChg chg="mod">
          <ac:chgData name="Nguyen Gia Huy (MS/EDS32-XC)" userId="d9f699be-2136-4f92-a51b-6ba825a7fb6b" providerId="ADAL" clId="{4AE74AD2-B04E-4CA8-A27E-CD575D57784E}" dt="2025-12-10T14:36:01.016" v="334" actId="20577"/>
          <ac:spMkLst>
            <pc:docMk/>
            <pc:sldMk cId="3279511849" sldId="755"/>
            <ac:spMk id="6" creationId="{F9556790-9EE4-65DA-E59B-A137FB9FCC91}"/>
          </ac:spMkLst>
        </pc:spChg>
        <pc:spChg chg="add mod">
          <ac:chgData name="Nguyen Gia Huy (MS/EDS32-XC)" userId="d9f699be-2136-4f92-a51b-6ba825a7fb6b" providerId="ADAL" clId="{4AE74AD2-B04E-4CA8-A27E-CD575D57784E}" dt="2025-12-10T15:07:25.506" v="433" actId="208"/>
          <ac:spMkLst>
            <pc:docMk/>
            <pc:sldMk cId="3279511849" sldId="755"/>
            <ac:spMk id="12" creationId="{5F8819F4-75BC-A625-17C2-07A1A167E537}"/>
          </ac:spMkLst>
        </pc:spChg>
        <pc:spChg chg="add mod">
          <ac:chgData name="Nguyen Gia Huy (MS/EDS32-XC)" userId="d9f699be-2136-4f92-a51b-6ba825a7fb6b" providerId="ADAL" clId="{4AE74AD2-B04E-4CA8-A27E-CD575D57784E}" dt="2025-12-10T15:07:25.910" v="434" actId="208"/>
          <ac:spMkLst>
            <pc:docMk/>
            <pc:sldMk cId="3279511849" sldId="755"/>
            <ac:spMk id="13" creationId="{C629FD4E-3911-FE7A-2BF1-810AC7C04C82}"/>
          </ac:spMkLst>
        </pc:spChg>
        <pc:spChg chg="mod">
          <ac:chgData name="Nguyen Gia Huy (MS/EDS32-XC)" userId="d9f699be-2136-4f92-a51b-6ba825a7fb6b" providerId="ADAL" clId="{4AE74AD2-B04E-4CA8-A27E-CD575D57784E}" dt="2025-12-11T13:59:58.154" v="522" actId="11530"/>
          <ac:spMkLst>
            <pc:docMk/>
            <pc:sldMk cId="3279511849" sldId="755"/>
            <ac:spMk id="14" creationId="{24E40977-CEE0-6DB1-0D10-216509405757}"/>
          </ac:spMkLst>
        </pc:spChg>
        <pc:spChg chg="add mod">
          <ac:chgData name="Nguyen Gia Huy (MS/EDS32-XC)" userId="d9f699be-2136-4f92-a51b-6ba825a7fb6b" providerId="ADAL" clId="{4AE74AD2-B04E-4CA8-A27E-CD575D57784E}" dt="2025-12-10T15:13:49.904" v="466" actId="1076"/>
          <ac:spMkLst>
            <pc:docMk/>
            <pc:sldMk cId="3279511849" sldId="755"/>
            <ac:spMk id="19" creationId="{C75866DA-0723-CEA4-E2FB-82C272C44E71}"/>
          </ac:spMkLst>
        </pc:spChg>
        <pc:spChg chg="add mod">
          <ac:chgData name="Nguyen Gia Huy (MS/EDS32-XC)" userId="d9f699be-2136-4f92-a51b-6ba825a7fb6b" providerId="ADAL" clId="{4AE74AD2-B04E-4CA8-A27E-CD575D57784E}" dt="2025-12-10T15:13:47.032" v="465" actId="1076"/>
          <ac:spMkLst>
            <pc:docMk/>
            <pc:sldMk cId="3279511849" sldId="755"/>
            <ac:spMk id="20" creationId="{7E633461-164B-2EAA-A874-9EDA69AEFE4E}"/>
          </ac:spMkLst>
        </pc:spChg>
        <pc:spChg chg="add mod">
          <ac:chgData name="Nguyen Gia Huy (MS/EDS32-XC)" userId="d9f699be-2136-4f92-a51b-6ba825a7fb6b" providerId="ADAL" clId="{4AE74AD2-B04E-4CA8-A27E-CD575D57784E}" dt="2025-12-10T15:16:43.179" v="471" actId="207"/>
          <ac:spMkLst>
            <pc:docMk/>
            <pc:sldMk cId="3279511849" sldId="755"/>
            <ac:spMk id="21" creationId="{457D63E0-6764-66D8-A5EF-741BFA06A5F4}"/>
          </ac:spMkLst>
        </pc:spChg>
        <pc:spChg chg="add mod">
          <ac:chgData name="Nguyen Gia Huy (MS/EDS32-XC)" userId="d9f699be-2136-4f92-a51b-6ba825a7fb6b" providerId="ADAL" clId="{4AE74AD2-B04E-4CA8-A27E-CD575D57784E}" dt="2025-12-10T15:13:04.704" v="458" actId="164"/>
          <ac:spMkLst>
            <pc:docMk/>
            <pc:sldMk cId="3279511849" sldId="755"/>
            <ac:spMk id="22" creationId="{B93442B0-3243-54EF-08E9-CEE7D2B98FA4}"/>
          </ac:spMkLst>
        </pc:spChg>
        <pc:spChg chg="add mod">
          <ac:chgData name="Nguyen Gia Huy (MS/EDS32-XC)" userId="d9f699be-2136-4f92-a51b-6ba825a7fb6b" providerId="ADAL" clId="{4AE74AD2-B04E-4CA8-A27E-CD575D57784E}" dt="2025-12-11T14:00:05.495" v="523" actId="11530"/>
          <ac:spMkLst>
            <pc:docMk/>
            <pc:sldMk cId="3279511849" sldId="755"/>
            <ac:spMk id="26" creationId="{5DD4B89A-2A3A-935F-B14B-095FD9141B6E}"/>
          </ac:spMkLst>
        </pc:spChg>
        <pc:spChg chg="add del mod">
          <ac:chgData name="Nguyen Gia Huy (MS/EDS32-XC)" userId="d9f699be-2136-4f92-a51b-6ba825a7fb6b" providerId="ADAL" clId="{4AE74AD2-B04E-4CA8-A27E-CD575D57784E}" dt="2025-12-11T14:00:36.647" v="533" actId="11530"/>
          <ac:spMkLst>
            <pc:docMk/>
            <pc:sldMk cId="3279511849" sldId="755"/>
            <ac:spMk id="27" creationId="{B5A8A5FE-34F7-275B-B7EE-86C2A2E3C58A}"/>
          </ac:spMkLst>
        </pc:spChg>
        <pc:spChg chg="add mod">
          <ac:chgData name="Nguyen Gia Huy (MS/EDS32-XC)" userId="d9f699be-2136-4f92-a51b-6ba825a7fb6b" providerId="ADAL" clId="{4AE74AD2-B04E-4CA8-A27E-CD575D57784E}" dt="2025-12-11T14:00:22.762" v="529" actId="11530"/>
          <ac:spMkLst>
            <pc:docMk/>
            <pc:sldMk cId="3279511849" sldId="755"/>
            <ac:spMk id="28" creationId="{54294011-2749-BD79-773F-473FD7EC87BF}"/>
          </ac:spMkLst>
        </pc:spChg>
        <pc:grpChg chg="add mod">
          <ac:chgData name="Nguyen Gia Huy (MS/EDS32-XC)" userId="d9f699be-2136-4f92-a51b-6ba825a7fb6b" providerId="ADAL" clId="{4AE74AD2-B04E-4CA8-A27E-CD575D57784E}" dt="2025-12-10T15:12:52.590" v="455" actId="164"/>
          <ac:grpSpMkLst>
            <pc:docMk/>
            <pc:sldMk cId="3279511849" sldId="755"/>
            <ac:grpSpMk id="37" creationId="{CC7E90EF-75D4-C446-8E13-6F9F505E5FFA}"/>
          </ac:grpSpMkLst>
        </pc:grpChg>
        <pc:grpChg chg="add mod">
          <ac:chgData name="Nguyen Gia Huy (MS/EDS32-XC)" userId="d9f699be-2136-4f92-a51b-6ba825a7fb6b" providerId="ADAL" clId="{4AE74AD2-B04E-4CA8-A27E-CD575D57784E}" dt="2025-12-10T15:13:32.271" v="462" actId="1076"/>
          <ac:grpSpMkLst>
            <pc:docMk/>
            <pc:sldMk cId="3279511849" sldId="755"/>
            <ac:grpSpMk id="38" creationId="{934B7E53-C140-0889-35EB-A7916DD32A40}"/>
          </ac:grpSpMkLst>
        </pc:grpChg>
        <pc:grpChg chg="add mod">
          <ac:chgData name="Nguyen Gia Huy (MS/EDS32-XC)" userId="d9f699be-2136-4f92-a51b-6ba825a7fb6b" providerId="ADAL" clId="{4AE74AD2-B04E-4CA8-A27E-CD575D57784E}" dt="2025-12-11T14:00:48.796" v="535" actId="1076"/>
          <ac:grpSpMkLst>
            <pc:docMk/>
            <pc:sldMk cId="3279511849" sldId="755"/>
            <ac:grpSpMk id="39" creationId="{135DF3DA-E898-304C-4794-960E82CF503A}"/>
          </ac:grpSpMkLst>
        </pc:grpChg>
        <pc:grpChg chg="add mod">
          <ac:chgData name="Nguyen Gia Huy (MS/EDS32-XC)" userId="d9f699be-2136-4f92-a51b-6ba825a7fb6b" providerId="ADAL" clId="{4AE74AD2-B04E-4CA8-A27E-CD575D57784E}" dt="2025-12-10T15:15:07.288" v="470" actId="1076"/>
          <ac:grpSpMkLst>
            <pc:docMk/>
            <pc:sldMk cId="3279511849" sldId="755"/>
            <ac:grpSpMk id="40" creationId="{8BB16DC5-D95D-D5E1-62E4-C0D5538B1F35}"/>
          </ac:grpSpMkLst>
        </pc:grpChg>
        <pc:picChg chg="mod modCrop">
          <ac:chgData name="Nguyen Gia Huy (MS/EDS32-XC)" userId="d9f699be-2136-4f92-a51b-6ba825a7fb6b" providerId="ADAL" clId="{4AE74AD2-B04E-4CA8-A27E-CD575D57784E}" dt="2025-12-10T14:49:45.351" v="376" actId="1076"/>
          <ac:picMkLst>
            <pc:docMk/>
            <pc:sldMk cId="3279511849" sldId="755"/>
            <ac:picMk id="11" creationId="{A0961969-132B-9598-23DE-B86948FBE137}"/>
          </ac:picMkLst>
        </pc:picChg>
        <pc:picChg chg="add mod">
          <ac:chgData name="Nguyen Gia Huy (MS/EDS32-XC)" userId="d9f699be-2136-4f92-a51b-6ba825a7fb6b" providerId="ADAL" clId="{4AE74AD2-B04E-4CA8-A27E-CD575D57784E}" dt="2025-12-11T14:00:11.034" v="526" actId="1035"/>
          <ac:picMkLst>
            <pc:docMk/>
            <pc:sldMk cId="3279511849" sldId="755"/>
            <ac:picMk id="30" creationId="{A8FAFBBE-B7A1-26E5-D298-5FDAFD976B0B}"/>
          </ac:picMkLst>
        </pc:picChg>
        <pc:picChg chg="add mod">
          <ac:chgData name="Nguyen Gia Huy (MS/EDS32-XC)" userId="d9f699be-2136-4f92-a51b-6ba825a7fb6b" providerId="ADAL" clId="{4AE74AD2-B04E-4CA8-A27E-CD575D57784E}" dt="2025-12-11T14:00:14.813" v="528" actId="1035"/>
          <ac:picMkLst>
            <pc:docMk/>
            <pc:sldMk cId="3279511849" sldId="755"/>
            <ac:picMk id="32" creationId="{3C517C9C-D048-B469-DB1A-ABFEDE703B89}"/>
          </ac:picMkLst>
        </pc:picChg>
        <pc:picChg chg="add mod">
          <ac:chgData name="Nguyen Gia Huy (MS/EDS32-XC)" userId="d9f699be-2136-4f92-a51b-6ba825a7fb6b" providerId="ADAL" clId="{4AE74AD2-B04E-4CA8-A27E-CD575D57784E}" dt="2025-12-11T14:00:39.386" v="534" actId="1037"/>
          <ac:picMkLst>
            <pc:docMk/>
            <pc:sldMk cId="3279511849" sldId="755"/>
            <ac:picMk id="34" creationId="{1642D101-9740-686E-38E3-3443D49C2EDB}"/>
          </ac:picMkLst>
        </pc:picChg>
        <pc:picChg chg="add mod">
          <ac:chgData name="Nguyen Gia Huy (MS/EDS32-XC)" userId="d9f699be-2136-4f92-a51b-6ba825a7fb6b" providerId="ADAL" clId="{4AE74AD2-B04E-4CA8-A27E-CD575D57784E}" dt="2025-12-11T14:00:26.169" v="532" actId="1038"/>
          <ac:picMkLst>
            <pc:docMk/>
            <pc:sldMk cId="3279511849" sldId="755"/>
            <ac:picMk id="36" creationId="{F3DCBCBC-528D-5B9E-543C-6E819E46DC5D}"/>
          </ac:picMkLst>
        </pc:picChg>
      </pc:sldChg>
      <pc:sldChg chg="add">
        <pc:chgData name="Nguyen Gia Huy (MS/EDS32-XC)" userId="d9f699be-2136-4f92-a51b-6ba825a7fb6b" providerId="ADAL" clId="{4AE74AD2-B04E-4CA8-A27E-CD575D57784E}" dt="2025-12-10T14:35:54.576" v="332" actId="2890"/>
        <pc:sldMkLst>
          <pc:docMk/>
          <pc:sldMk cId="3355584391" sldId="756"/>
        </pc:sldMkLst>
      </pc:sldChg>
      <pc:sldChg chg="modSp add mod">
        <pc:chgData name="Nguyen Gia Huy (MS/EDS32-XC)" userId="d9f699be-2136-4f92-a51b-6ba825a7fb6b" providerId="ADAL" clId="{4AE74AD2-B04E-4CA8-A27E-CD575D57784E}" dt="2025-12-10T15:23:27.694" v="504"/>
        <pc:sldMkLst>
          <pc:docMk/>
          <pc:sldMk cId="1909153131" sldId="757"/>
        </pc:sldMkLst>
        <pc:spChg chg="mod">
          <ac:chgData name="Nguyen Gia Huy (MS/EDS32-XC)" userId="d9f699be-2136-4f92-a51b-6ba825a7fb6b" providerId="ADAL" clId="{4AE74AD2-B04E-4CA8-A27E-CD575D57784E}" dt="2025-12-10T15:23:27.694" v="504"/>
          <ac:spMkLst>
            <pc:docMk/>
            <pc:sldMk cId="1909153131" sldId="757"/>
            <ac:spMk id="7" creationId="{9C096301-7041-6DDC-6DBB-B9A697318E5B}"/>
          </ac:spMkLst>
        </pc:spChg>
        <pc:spChg chg="mod">
          <ac:chgData name="Nguyen Gia Huy (MS/EDS32-XC)" userId="d9f699be-2136-4f92-a51b-6ba825a7fb6b" providerId="ADAL" clId="{4AE74AD2-B04E-4CA8-A27E-CD575D57784E}" dt="2025-12-10T15:20:37.026" v="500" actId="20577"/>
          <ac:spMkLst>
            <pc:docMk/>
            <pc:sldMk cId="1909153131" sldId="757"/>
            <ac:spMk id="45057" creationId="{CD4B886E-4B84-80EE-2482-AE55C7F28C1D}"/>
          </ac:spMkLst>
        </pc:spChg>
      </pc:sldChg>
      <pc:sldChg chg="add">
        <pc:chgData name="Nguyen Gia Huy (MS/EDS32-XC)" userId="d9f699be-2136-4f92-a51b-6ba825a7fb6b" providerId="ADAL" clId="{4AE74AD2-B04E-4CA8-A27E-CD575D57784E}" dt="2025-12-11T13:58:03.144" v="505"/>
        <pc:sldMkLst>
          <pc:docMk/>
          <pc:sldMk cId="2220497871" sldId="758"/>
        </pc:sldMkLst>
      </pc:sldChg>
      <pc:sldChg chg="delSp add mod">
        <pc:chgData name="Nguyen Gia Huy (MS/EDS32-XC)" userId="d9f699be-2136-4f92-a51b-6ba825a7fb6b" providerId="ADAL" clId="{4AE74AD2-B04E-4CA8-A27E-CD575D57784E}" dt="2025-12-11T13:58:50.032" v="517" actId="478"/>
        <pc:sldMkLst>
          <pc:docMk/>
          <pc:sldMk cId="2997721040" sldId="759"/>
        </pc:sldMkLst>
      </pc:sldChg>
      <pc:sldChg chg="addSp delSp modSp add mod ord">
        <pc:chgData name="Nguyen Gia Huy (MS/EDS32-XC)" userId="d9f699be-2136-4f92-a51b-6ba825a7fb6b" providerId="ADAL" clId="{4AE74AD2-B04E-4CA8-A27E-CD575D57784E}" dt="2025-12-11T14:58:31.052" v="671" actId="1582"/>
        <pc:sldMkLst>
          <pc:docMk/>
          <pc:sldMk cId="2181269419" sldId="760"/>
        </pc:sldMkLst>
        <pc:spChg chg="add mod">
          <ac:chgData name="Nguyen Gia Huy (MS/EDS32-XC)" userId="d9f699be-2136-4f92-a51b-6ba825a7fb6b" providerId="ADAL" clId="{4AE74AD2-B04E-4CA8-A27E-CD575D57784E}" dt="2025-12-11T14:58:31.052" v="671" actId="1582"/>
          <ac:spMkLst>
            <pc:docMk/>
            <pc:sldMk cId="2181269419" sldId="760"/>
            <ac:spMk id="7" creationId="{BFB216AD-6D7E-EC9F-0E95-E48CA1F268C8}"/>
          </ac:spMkLst>
        </pc:spChg>
        <pc:spChg chg="add mod">
          <ac:chgData name="Nguyen Gia Huy (MS/EDS32-XC)" userId="d9f699be-2136-4f92-a51b-6ba825a7fb6b" providerId="ADAL" clId="{4AE74AD2-B04E-4CA8-A27E-CD575D57784E}" dt="2025-12-11T14:13:51.763" v="611" actId="1076"/>
          <ac:spMkLst>
            <pc:docMk/>
            <pc:sldMk cId="2181269419" sldId="760"/>
            <ac:spMk id="9" creationId="{FE26B7D2-1A54-1C3C-5836-DC15099B466E}"/>
          </ac:spMkLst>
        </pc:spChg>
        <pc:spChg chg="mod">
          <ac:chgData name="Nguyen Gia Huy (MS/EDS32-XC)" userId="d9f699be-2136-4f92-a51b-6ba825a7fb6b" providerId="ADAL" clId="{4AE74AD2-B04E-4CA8-A27E-CD575D57784E}" dt="2025-12-11T14:02:14.980" v="540"/>
          <ac:spMkLst>
            <pc:docMk/>
            <pc:sldMk cId="2181269419" sldId="760"/>
            <ac:spMk id="44033" creationId="{81CFD37F-E061-285E-CEF3-69D4EB6BE72E}"/>
          </ac:spMkLst>
        </pc:spChg>
        <pc:picChg chg="add mod">
          <ac:chgData name="Nguyen Gia Huy (MS/EDS32-XC)" userId="d9f699be-2136-4f92-a51b-6ba825a7fb6b" providerId="ADAL" clId="{4AE74AD2-B04E-4CA8-A27E-CD575D57784E}" dt="2025-12-11T14:02:51.984" v="546" actId="14100"/>
          <ac:picMkLst>
            <pc:docMk/>
            <pc:sldMk cId="2181269419" sldId="760"/>
            <ac:picMk id="4" creationId="{99C285F3-9A51-D58F-982E-52A4A4DC3023}"/>
          </ac:picMkLst>
        </pc:picChg>
      </pc:sldChg>
      <pc:sldChg chg="addSp delSp modSp add del mod">
        <pc:chgData name="Nguyen Gia Huy (MS/EDS32-XC)" userId="d9f699be-2136-4f92-a51b-6ba825a7fb6b" providerId="ADAL" clId="{4AE74AD2-B04E-4CA8-A27E-CD575D57784E}" dt="2025-12-16T13:39:11.792" v="1468" actId="2696"/>
        <pc:sldMkLst>
          <pc:docMk/>
          <pc:sldMk cId="3607944035" sldId="761"/>
        </pc:sldMkLst>
        <pc:spChg chg="mod">
          <ac:chgData name="Nguyen Gia Huy (MS/EDS32-XC)" userId="d9f699be-2136-4f92-a51b-6ba825a7fb6b" providerId="ADAL" clId="{4AE74AD2-B04E-4CA8-A27E-CD575D57784E}" dt="2025-12-11T14:43:12.203" v="636" actId="5793"/>
          <ac:spMkLst>
            <pc:docMk/>
            <pc:sldMk cId="3607944035" sldId="761"/>
            <ac:spMk id="6" creationId="{8E13C316-F9F9-DB17-DE5B-47CB11E208A4}"/>
          </ac:spMkLst>
        </pc:spChg>
        <pc:picChg chg="add mod">
          <ac:chgData name="Nguyen Gia Huy (MS/EDS32-XC)" userId="d9f699be-2136-4f92-a51b-6ba825a7fb6b" providerId="ADAL" clId="{4AE74AD2-B04E-4CA8-A27E-CD575D57784E}" dt="2025-12-11T14:42:56.936" v="624" actId="14100"/>
          <ac:picMkLst>
            <pc:docMk/>
            <pc:sldMk cId="3607944035" sldId="761"/>
            <ac:picMk id="11" creationId="{1B3899AA-B13B-7BAE-7D48-A4DD2845B533}"/>
          </ac:picMkLst>
        </pc:picChg>
      </pc:sldChg>
      <pc:sldChg chg="addSp delSp modSp add mod">
        <pc:chgData name="Nguyen Gia Huy (MS/EDS32-XC)" userId="d9f699be-2136-4f92-a51b-6ba825a7fb6b" providerId="ADAL" clId="{4AE74AD2-B04E-4CA8-A27E-CD575D57784E}" dt="2025-12-15T13:06:18.170" v="704" actId="1076"/>
        <pc:sldMkLst>
          <pc:docMk/>
          <pc:sldMk cId="172138142" sldId="762"/>
        </pc:sldMkLst>
        <pc:spChg chg="mod">
          <ac:chgData name="Nguyen Gia Huy (MS/EDS32-XC)" userId="d9f699be-2136-4f92-a51b-6ba825a7fb6b" providerId="ADAL" clId="{4AE74AD2-B04E-4CA8-A27E-CD575D57784E}" dt="2025-12-11T14:45:22.397" v="668" actId="20577"/>
          <ac:spMkLst>
            <pc:docMk/>
            <pc:sldMk cId="172138142" sldId="762"/>
            <ac:spMk id="6" creationId="{D39221BA-517B-973E-5135-618BEA17C38B}"/>
          </ac:spMkLst>
        </pc:spChg>
        <pc:picChg chg="add mod">
          <ac:chgData name="Nguyen Gia Huy (MS/EDS32-XC)" userId="d9f699be-2136-4f92-a51b-6ba825a7fb6b" providerId="ADAL" clId="{4AE74AD2-B04E-4CA8-A27E-CD575D57784E}" dt="2025-12-15T13:06:18.170" v="704" actId="1076"/>
          <ac:picMkLst>
            <pc:docMk/>
            <pc:sldMk cId="172138142" sldId="762"/>
            <ac:picMk id="5" creationId="{462951F0-6AD4-AED5-7E74-38DBA71885F7}"/>
          </ac:picMkLst>
        </pc:picChg>
      </pc:sldChg>
      <pc:sldChg chg="modSp add mod">
        <pc:chgData name="Nguyen Gia Huy (MS/EDS32-XC)" userId="d9f699be-2136-4f92-a51b-6ba825a7fb6b" providerId="ADAL" clId="{4AE74AD2-B04E-4CA8-A27E-CD575D57784E}" dt="2025-12-15T13:46:12.035" v="1336" actId="20577"/>
        <pc:sldMkLst>
          <pc:docMk/>
          <pc:sldMk cId="79815516" sldId="763"/>
        </pc:sldMkLst>
        <pc:spChg chg="mod">
          <ac:chgData name="Nguyen Gia Huy (MS/EDS32-XC)" userId="d9f699be-2136-4f92-a51b-6ba825a7fb6b" providerId="ADAL" clId="{4AE74AD2-B04E-4CA8-A27E-CD575D57784E}" dt="2025-12-15T13:46:12.035" v="1336" actId="20577"/>
          <ac:spMkLst>
            <pc:docMk/>
            <pc:sldMk cId="79815516" sldId="763"/>
            <ac:spMk id="6" creationId="{945D46C9-A061-778D-2426-022F9A567AA4}"/>
          </ac:spMkLst>
        </pc:spChg>
      </pc:sldChg>
      <pc:sldChg chg="addSp delSp modSp add mod ord">
        <pc:chgData name="Nguyen Gia Huy (MS/EDS32-XC)" userId="d9f699be-2136-4f92-a51b-6ba825a7fb6b" providerId="ADAL" clId="{4AE74AD2-B04E-4CA8-A27E-CD575D57784E}" dt="2025-12-15T13:44:00.700" v="1273" actId="20577"/>
        <pc:sldMkLst>
          <pc:docMk/>
          <pc:sldMk cId="3615337400" sldId="764"/>
        </pc:sldMkLst>
        <pc:spChg chg="add mod">
          <ac:chgData name="Nguyen Gia Huy (MS/EDS32-XC)" userId="d9f699be-2136-4f92-a51b-6ba825a7fb6b" providerId="ADAL" clId="{4AE74AD2-B04E-4CA8-A27E-CD575D57784E}" dt="2025-12-15T13:30:59.023" v="914" actId="1076"/>
          <ac:spMkLst>
            <pc:docMk/>
            <pc:sldMk cId="3615337400" sldId="764"/>
            <ac:spMk id="5" creationId="{4CBF474F-1C6E-AE7E-107E-24A90163EEF8}"/>
          </ac:spMkLst>
        </pc:spChg>
        <pc:spChg chg="mod">
          <ac:chgData name="Nguyen Gia Huy (MS/EDS32-XC)" userId="d9f699be-2136-4f92-a51b-6ba825a7fb6b" providerId="ADAL" clId="{4AE74AD2-B04E-4CA8-A27E-CD575D57784E}" dt="2025-12-15T13:44:00.700" v="1273" actId="20577"/>
          <ac:spMkLst>
            <pc:docMk/>
            <pc:sldMk cId="3615337400" sldId="764"/>
            <ac:spMk id="6" creationId="{66951834-378C-9F88-A313-3DB2136CB962}"/>
          </ac:spMkLst>
        </pc:spChg>
        <pc:spChg chg="add del mod">
          <ac:chgData name="Nguyen Gia Huy (MS/EDS32-XC)" userId="d9f699be-2136-4f92-a51b-6ba825a7fb6b" providerId="ADAL" clId="{4AE74AD2-B04E-4CA8-A27E-CD575D57784E}" dt="2025-12-15T13:19:40.333" v="750" actId="478"/>
          <ac:spMkLst>
            <pc:docMk/>
            <pc:sldMk cId="3615337400" sldId="764"/>
            <ac:spMk id="13" creationId="{CD96F3AD-FAE4-9A59-7A3E-E95DC80A56B5}"/>
          </ac:spMkLst>
        </pc:spChg>
        <pc:spChg chg="add mod">
          <ac:chgData name="Nguyen Gia Huy (MS/EDS32-XC)" userId="d9f699be-2136-4f92-a51b-6ba825a7fb6b" providerId="ADAL" clId="{4AE74AD2-B04E-4CA8-A27E-CD575D57784E}" dt="2025-12-15T13:30:59.023" v="914" actId="1076"/>
          <ac:spMkLst>
            <pc:docMk/>
            <pc:sldMk cId="3615337400" sldId="764"/>
            <ac:spMk id="15" creationId="{744DA40C-A42D-EA13-0C7A-EA62406571D9}"/>
          </ac:spMkLst>
        </pc:spChg>
        <pc:spChg chg="add mod">
          <ac:chgData name="Nguyen Gia Huy (MS/EDS32-XC)" userId="d9f699be-2136-4f92-a51b-6ba825a7fb6b" providerId="ADAL" clId="{4AE74AD2-B04E-4CA8-A27E-CD575D57784E}" dt="2025-12-15T13:40:57.390" v="1184" actId="1038"/>
          <ac:spMkLst>
            <pc:docMk/>
            <pc:sldMk cId="3615337400" sldId="764"/>
            <ac:spMk id="17" creationId="{BF6E4532-704E-A5E2-F700-250DE16E330F}"/>
          </ac:spMkLst>
        </pc:spChg>
        <pc:spChg chg="add mod">
          <ac:chgData name="Nguyen Gia Huy (MS/EDS32-XC)" userId="d9f699be-2136-4f92-a51b-6ba825a7fb6b" providerId="ADAL" clId="{4AE74AD2-B04E-4CA8-A27E-CD575D57784E}" dt="2025-12-15T13:30:59.023" v="914" actId="1076"/>
          <ac:spMkLst>
            <pc:docMk/>
            <pc:sldMk cId="3615337400" sldId="764"/>
            <ac:spMk id="19" creationId="{B6B964D4-9092-0C25-DC81-19D163A76376}"/>
          </ac:spMkLst>
        </pc:spChg>
        <pc:spChg chg="add del mod">
          <ac:chgData name="Nguyen Gia Huy (MS/EDS32-XC)" userId="d9f699be-2136-4f92-a51b-6ba825a7fb6b" providerId="ADAL" clId="{4AE74AD2-B04E-4CA8-A27E-CD575D57784E}" dt="2025-12-15T13:30:44.570" v="913" actId="478"/>
          <ac:spMkLst>
            <pc:docMk/>
            <pc:sldMk cId="3615337400" sldId="764"/>
            <ac:spMk id="21" creationId="{FCC8BEBC-A181-5AC5-85F8-D3E890D6DBFF}"/>
          </ac:spMkLst>
        </pc:spChg>
        <pc:spChg chg="add del mod">
          <ac:chgData name="Nguyen Gia Huy (MS/EDS32-XC)" userId="d9f699be-2136-4f92-a51b-6ba825a7fb6b" providerId="ADAL" clId="{4AE74AD2-B04E-4CA8-A27E-CD575D57784E}" dt="2025-12-15T13:30:44.570" v="913" actId="478"/>
          <ac:spMkLst>
            <pc:docMk/>
            <pc:sldMk cId="3615337400" sldId="764"/>
            <ac:spMk id="23" creationId="{5329EFEC-E612-B7A6-0D26-DC74D9D9357A}"/>
          </ac:spMkLst>
        </pc:spChg>
        <pc:spChg chg="add mod">
          <ac:chgData name="Nguyen Gia Huy (MS/EDS32-XC)" userId="d9f699be-2136-4f92-a51b-6ba825a7fb6b" providerId="ADAL" clId="{4AE74AD2-B04E-4CA8-A27E-CD575D57784E}" dt="2025-12-15T13:40:51.799" v="1183" actId="1038"/>
          <ac:spMkLst>
            <pc:docMk/>
            <pc:sldMk cId="3615337400" sldId="764"/>
            <ac:spMk id="24" creationId="{2273942B-65E4-7417-06E2-868DEAD899B4}"/>
          </ac:spMkLst>
        </pc:spChg>
        <pc:graphicFrameChg chg="mod modGraphic">
          <ac:chgData name="Nguyen Gia Huy (MS/EDS32-XC)" userId="d9f699be-2136-4f92-a51b-6ba825a7fb6b" providerId="ADAL" clId="{4AE74AD2-B04E-4CA8-A27E-CD575D57784E}" dt="2025-12-15T13:41:19.722" v="1194" actId="20577"/>
          <ac:graphicFrameMkLst>
            <pc:docMk/>
            <pc:sldMk cId="3615337400" sldId="764"/>
            <ac:graphicFrameMk id="4" creationId="{8451EF65-03E2-18EA-1112-AE8E6A2093F1}"/>
          </ac:graphicFrameMkLst>
        </pc:graphicFrameChg>
        <pc:graphicFrameChg chg="add del mod">
          <ac:chgData name="Nguyen Gia Huy (MS/EDS32-XC)" userId="d9f699be-2136-4f92-a51b-6ba825a7fb6b" providerId="ADAL" clId="{4AE74AD2-B04E-4CA8-A27E-CD575D57784E}" dt="2025-12-15T13:19:30.310" v="748" actId="478"/>
          <ac:graphicFrameMkLst>
            <pc:docMk/>
            <pc:sldMk cId="3615337400" sldId="764"/>
            <ac:graphicFrameMk id="7" creationId="{A80D88A7-166F-98FD-710D-95692EF67AA5}"/>
          </ac:graphicFrameMkLst>
        </pc:graphicFrameChg>
        <pc:graphicFrameChg chg="add del mod">
          <ac:chgData name="Nguyen Gia Huy (MS/EDS32-XC)" userId="d9f699be-2136-4f92-a51b-6ba825a7fb6b" providerId="ADAL" clId="{4AE74AD2-B04E-4CA8-A27E-CD575D57784E}" dt="2025-12-15T13:19:34.220" v="749" actId="478"/>
          <ac:graphicFrameMkLst>
            <pc:docMk/>
            <pc:sldMk cId="3615337400" sldId="764"/>
            <ac:graphicFrameMk id="8" creationId="{2CBB6644-E425-F7B1-2394-9770997F0A8D}"/>
          </ac:graphicFrameMkLst>
        </pc:graphicFrameChg>
        <pc:graphicFrameChg chg="add del mod">
          <ac:chgData name="Nguyen Gia Huy (MS/EDS32-XC)" userId="d9f699be-2136-4f92-a51b-6ba825a7fb6b" providerId="ADAL" clId="{4AE74AD2-B04E-4CA8-A27E-CD575D57784E}" dt="2025-12-15T13:19:34.220" v="749" actId="478"/>
          <ac:graphicFrameMkLst>
            <pc:docMk/>
            <pc:sldMk cId="3615337400" sldId="764"/>
            <ac:graphicFrameMk id="9" creationId="{C877C936-8A74-215E-5FA9-071DD6F32325}"/>
          </ac:graphicFrameMkLst>
        </pc:graphicFrameChg>
        <pc:graphicFrameChg chg="del">
          <ac:chgData name="Nguyen Gia Huy (MS/EDS32-XC)" userId="d9f699be-2136-4f92-a51b-6ba825a7fb6b" providerId="ADAL" clId="{4AE74AD2-B04E-4CA8-A27E-CD575D57784E}" dt="2025-12-15T13:19:30.310" v="748" actId="478"/>
          <ac:graphicFrameMkLst>
            <pc:docMk/>
            <pc:sldMk cId="3615337400" sldId="764"/>
            <ac:graphicFrameMk id="10" creationId="{4CAB4B3D-C839-45B3-455F-91282868D2F0}"/>
          </ac:graphicFrameMkLst>
        </pc:graphicFrameChg>
        <pc:graphicFrameChg chg="del">
          <ac:chgData name="Nguyen Gia Huy (MS/EDS32-XC)" userId="d9f699be-2136-4f92-a51b-6ba825a7fb6b" providerId="ADAL" clId="{4AE74AD2-B04E-4CA8-A27E-CD575D57784E}" dt="2025-12-15T13:19:30.310" v="748" actId="478"/>
          <ac:graphicFrameMkLst>
            <pc:docMk/>
            <pc:sldMk cId="3615337400" sldId="764"/>
            <ac:graphicFrameMk id="11" creationId="{719821A3-74E7-86B7-39AD-D580050D5012}"/>
          </ac:graphicFrameMkLst>
        </pc:graphicFrameChg>
        <pc:graphicFrameChg chg="add mod modGraphic">
          <ac:chgData name="Nguyen Gia Huy (MS/EDS32-XC)" userId="d9f699be-2136-4f92-a51b-6ba825a7fb6b" providerId="ADAL" clId="{4AE74AD2-B04E-4CA8-A27E-CD575D57784E}" dt="2025-12-15T13:31:49.827" v="961" actId="14100"/>
          <ac:graphicFrameMkLst>
            <pc:docMk/>
            <pc:sldMk cId="3615337400" sldId="764"/>
            <ac:graphicFrameMk id="25" creationId="{9D2F52EF-877E-6B2F-24BF-46F0698D9312}"/>
          </ac:graphicFrameMkLst>
        </pc:graphicFrameChg>
        <pc:graphicFrameChg chg="add mod modGraphic">
          <ac:chgData name="Nguyen Gia Huy (MS/EDS32-XC)" userId="d9f699be-2136-4f92-a51b-6ba825a7fb6b" providerId="ADAL" clId="{4AE74AD2-B04E-4CA8-A27E-CD575D57784E}" dt="2025-12-15T13:39:19.613" v="1171" actId="1076"/>
          <ac:graphicFrameMkLst>
            <pc:docMk/>
            <pc:sldMk cId="3615337400" sldId="764"/>
            <ac:graphicFrameMk id="26" creationId="{263B0ED4-32CC-8D88-80E2-202DB3C0CC6B}"/>
          </ac:graphicFrameMkLst>
        </pc:graphicFrameChg>
        <pc:graphicFrameChg chg="add mod modGraphic">
          <ac:chgData name="Nguyen Gia Huy (MS/EDS32-XC)" userId="d9f699be-2136-4f92-a51b-6ba825a7fb6b" providerId="ADAL" clId="{4AE74AD2-B04E-4CA8-A27E-CD575D57784E}" dt="2025-12-15T13:39:55.470" v="1178" actId="20577"/>
          <ac:graphicFrameMkLst>
            <pc:docMk/>
            <pc:sldMk cId="3615337400" sldId="764"/>
            <ac:graphicFrameMk id="27" creationId="{7AD694BD-9125-F93C-5C49-23050D991781}"/>
          </ac:graphicFrameMkLst>
        </pc:graphicFrameChg>
        <pc:graphicFrameChg chg="add del mod modGraphic">
          <ac:chgData name="Nguyen Gia Huy (MS/EDS32-XC)" userId="d9f699be-2136-4f92-a51b-6ba825a7fb6b" providerId="ADAL" clId="{4AE74AD2-B04E-4CA8-A27E-CD575D57784E}" dt="2025-12-15T13:30:16.140" v="905" actId="478"/>
          <ac:graphicFrameMkLst>
            <pc:docMk/>
            <pc:sldMk cId="3615337400" sldId="764"/>
            <ac:graphicFrameMk id="28" creationId="{C176204A-B057-27A8-15C0-6654EC85D923}"/>
          </ac:graphicFrameMkLst>
        </pc:graphicFrameChg>
        <pc:cxnChg chg="mod">
          <ac:chgData name="Nguyen Gia Huy (MS/EDS32-XC)" userId="d9f699be-2136-4f92-a51b-6ba825a7fb6b" providerId="ADAL" clId="{4AE74AD2-B04E-4CA8-A27E-CD575D57784E}" dt="2025-12-15T13:40:37.684" v="1179" actId="208"/>
          <ac:cxnSpMkLst>
            <pc:docMk/>
            <pc:sldMk cId="3615337400" sldId="764"/>
            <ac:cxnSpMk id="12" creationId="{661E9E6F-EE5A-3785-BD31-F616C4703C16}"/>
          </ac:cxnSpMkLst>
        </pc:cxnChg>
        <pc:cxnChg chg="mod">
          <ac:chgData name="Nguyen Gia Huy (MS/EDS32-XC)" userId="d9f699be-2136-4f92-a51b-6ba825a7fb6b" providerId="ADAL" clId="{4AE74AD2-B04E-4CA8-A27E-CD575D57784E}" dt="2025-12-15T13:23:28.057" v="814" actId="1037"/>
          <ac:cxnSpMkLst>
            <pc:docMk/>
            <pc:sldMk cId="3615337400" sldId="764"/>
            <ac:cxnSpMk id="14" creationId="{3F012BEE-8EEA-F04C-20E8-888B50C02BD8}"/>
          </ac:cxnSpMkLst>
        </pc:cxnChg>
        <pc:cxnChg chg="mod">
          <ac:chgData name="Nguyen Gia Huy (MS/EDS32-XC)" userId="d9f699be-2136-4f92-a51b-6ba825a7fb6b" providerId="ADAL" clId="{4AE74AD2-B04E-4CA8-A27E-CD575D57784E}" dt="2025-12-15T13:30:59.023" v="914" actId="1076"/>
          <ac:cxnSpMkLst>
            <pc:docMk/>
            <pc:sldMk cId="3615337400" sldId="764"/>
            <ac:cxnSpMk id="16" creationId="{3F68DABF-EA4F-05D7-8BA9-C5A8E191D240}"/>
          </ac:cxnSpMkLst>
        </pc:cxnChg>
        <pc:cxnChg chg="mod">
          <ac:chgData name="Nguyen Gia Huy (MS/EDS32-XC)" userId="d9f699be-2136-4f92-a51b-6ba825a7fb6b" providerId="ADAL" clId="{4AE74AD2-B04E-4CA8-A27E-CD575D57784E}" dt="2025-12-15T13:29:22.567" v="888" actId="208"/>
          <ac:cxnSpMkLst>
            <pc:docMk/>
            <pc:sldMk cId="3615337400" sldId="764"/>
            <ac:cxnSpMk id="18" creationId="{BA0EA3B5-929F-1AD3-4136-21B5952B434B}"/>
          </ac:cxnSpMkLst>
        </pc:cxnChg>
        <pc:cxnChg chg="del">
          <ac:chgData name="Nguyen Gia Huy (MS/EDS32-XC)" userId="d9f699be-2136-4f92-a51b-6ba825a7fb6b" providerId="ADAL" clId="{4AE74AD2-B04E-4CA8-A27E-CD575D57784E}" dt="2025-12-15T13:30:44.570" v="913" actId="478"/>
          <ac:cxnSpMkLst>
            <pc:docMk/>
            <pc:sldMk cId="3615337400" sldId="764"/>
            <ac:cxnSpMk id="20" creationId="{9118B285-D6DA-212D-B9D6-E722C4827390}"/>
          </ac:cxnSpMkLst>
        </pc:cxnChg>
        <pc:cxnChg chg="del">
          <ac:chgData name="Nguyen Gia Huy (MS/EDS32-XC)" userId="d9f699be-2136-4f92-a51b-6ba825a7fb6b" providerId="ADAL" clId="{4AE74AD2-B04E-4CA8-A27E-CD575D57784E}" dt="2025-12-15T13:30:44.570" v="913" actId="478"/>
          <ac:cxnSpMkLst>
            <pc:docMk/>
            <pc:sldMk cId="3615337400" sldId="764"/>
            <ac:cxnSpMk id="22" creationId="{839E17B1-C860-38A1-027B-9917681319CD}"/>
          </ac:cxnSpMkLst>
        </pc:cxnChg>
      </pc:sldChg>
      <pc:sldChg chg="modSp add mod">
        <pc:chgData name="Nguyen Gia Huy (MS/EDS32-XC)" userId="d9f699be-2136-4f92-a51b-6ba825a7fb6b" providerId="ADAL" clId="{4AE74AD2-B04E-4CA8-A27E-CD575D57784E}" dt="2025-12-15T22:50:45.073" v="1411" actId="20577"/>
        <pc:sldMkLst>
          <pc:docMk/>
          <pc:sldMk cId="2611051554" sldId="765"/>
        </pc:sldMkLst>
        <pc:spChg chg="mod">
          <ac:chgData name="Nguyen Gia Huy (MS/EDS32-XC)" userId="d9f699be-2136-4f92-a51b-6ba825a7fb6b" providerId="ADAL" clId="{4AE74AD2-B04E-4CA8-A27E-CD575D57784E}" dt="2025-12-15T22:50:45.073" v="1411" actId="20577"/>
          <ac:spMkLst>
            <pc:docMk/>
            <pc:sldMk cId="2611051554" sldId="765"/>
            <ac:spMk id="7" creationId="{4D79E032-7BD7-C655-A603-BC3588D7A68A}"/>
          </ac:spMkLst>
        </pc:spChg>
      </pc:sldChg>
      <pc:sldChg chg="modSp add mod ord">
        <pc:chgData name="Nguyen Gia Huy (MS/EDS32-XC)" userId="d9f699be-2136-4f92-a51b-6ba825a7fb6b" providerId="ADAL" clId="{4AE74AD2-B04E-4CA8-A27E-CD575D57784E}" dt="2025-12-15T22:51:41.778" v="1448" actId="20577"/>
        <pc:sldMkLst>
          <pc:docMk/>
          <pc:sldMk cId="3646722567" sldId="766"/>
        </pc:sldMkLst>
        <pc:spChg chg="mod">
          <ac:chgData name="Nguyen Gia Huy (MS/EDS32-XC)" userId="d9f699be-2136-4f92-a51b-6ba825a7fb6b" providerId="ADAL" clId="{4AE74AD2-B04E-4CA8-A27E-CD575D57784E}" dt="2025-12-15T22:51:41.778" v="1448" actId="20577"/>
          <ac:spMkLst>
            <pc:docMk/>
            <pc:sldMk cId="3646722567" sldId="766"/>
            <ac:spMk id="7" creationId="{A6B811EB-A8FB-E23A-B07F-88859868047B}"/>
          </ac:spMkLst>
        </pc:spChg>
        <pc:spChg chg="mod">
          <ac:chgData name="Nguyen Gia Huy (MS/EDS32-XC)" userId="d9f699be-2136-4f92-a51b-6ba825a7fb6b" providerId="ADAL" clId="{4AE74AD2-B04E-4CA8-A27E-CD575D57784E}" dt="2025-12-15T22:51:04.608" v="1417" actId="20577"/>
          <ac:spMkLst>
            <pc:docMk/>
            <pc:sldMk cId="3646722567" sldId="766"/>
            <ac:spMk id="45057" creationId="{1396D2CD-C7A0-4AA6-F8F8-B98DC54CE3C2}"/>
          </ac:spMkLst>
        </pc:spChg>
      </pc:sldChg>
      <pc:sldChg chg="add">
        <pc:chgData name="Nguyen Gia Huy (MS/EDS32-XC)" userId="d9f699be-2136-4f92-a51b-6ba825a7fb6b" providerId="ADAL" clId="{4AE74AD2-B04E-4CA8-A27E-CD575D57784E}" dt="2025-12-15T22:47:09.514" v="1366"/>
        <pc:sldMkLst>
          <pc:docMk/>
          <pc:sldMk cId="821264943" sldId="767"/>
        </pc:sldMkLst>
      </pc:sldChg>
      <pc:sldChg chg="addSp delSp modSp add del mod">
        <pc:chgData name="Nguyen Gia Huy (MS/EDS32-XC)" userId="d9f699be-2136-4f92-a51b-6ba825a7fb6b" providerId="ADAL" clId="{4AE74AD2-B04E-4CA8-A27E-CD575D57784E}" dt="2025-12-16T13:39:08.430" v="1467" actId="2696"/>
        <pc:sldMkLst>
          <pc:docMk/>
          <pc:sldMk cId="3051859624" sldId="768"/>
        </pc:sldMkLst>
        <pc:picChg chg="add mod">
          <ac:chgData name="Nguyen Gia Huy (MS/EDS32-XC)" userId="d9f699be-2136-4f92-a51b-6ba825a7fb6b" providerId="ADAL" clId="{4AE74AD2-B04E-4CA8-A27E-CD575D57784E}" dt="2025-12-16T12:59:03.885" v="1457" actId="1076"/>
          <ac:picMkLst>
            <pc:docMk/>
            <pc:sldMk cId="3051859624" sldId="768"/>
            <ac:picMk id="5" creationId="{575969A3-50FA-2E20-0FE6-BB61C07832A1}"/>
          </ac:picMkLst>
        </pc:picChg>
        <pc:picChg chg="del">
          <ac:chgData name="Nguyen Gia Huy (MS/EDS32-XC)" userId="d9f699be-2136-4f92-a51b-6ba825a7fb6b" providerId="ADAL" clId="{4AE74AD2-B04E-4CA8-A27E-CD575D57784E}" dt="2025-12-16T12:58:37.167" v="1450" actId="478"/>
          <ac:picMkLst>
            <pc:docMk/>
            <pc:sldMk cId="3051859624" sldId="768"/>
            <ac:picMk id="11" creationId="{01552107-F0F1-0D2B-A4DB-F8F514142E4F}"/>
          </ac:picMkLst>
        </pc:picChg>
      </pc:sldChg>
      <pc:sldChg chg="addSp delSp modSp add mod">
        <pc:chgData name="Nguyen Gia Huy (MS/EDS32-XC)" userId="d9f699be-2136-4f92-a51b-6ba825a7fb6b" providerId="ADAL" clId="{4AE74AD2-B04E-4CA8-A27E-CD575D57784E}" dt="2025-12-16T13:38:57.057" v="1466" actId="1076"/>
        <pc:sldMkLst>
          <pc:docMk/>
          <pc:sldMk cId="142850255" sldId="769"/>
        </pc:sldMkLst>
        <pc:picChg chg="del">
          <ac:chgData name="Nguyen Gia Huy (MS/EDS32-XC)" userId="d9f699be-2136-4f92-a51b-6ba825a7fb6b" providerId="ADAL" clId="{4AE74AD2-B04E-4CA8-A27E-CD575D57784E}" dt="2025-12-16T13:38:32.854" v="1459" actId="478"/>
          <ac:picMkLst>
            <pc:docMk/>
            <pc:sldMk cId="142850255" sldId="769"/>
            <ac:picMk id="5" creationId="{88C1E820-E264-E641-DD6A-5E6A631A6768}"/>
          </ac:picMkLst>
        </pc:picChg>
        <pc:picChg chg="add mod">
          <ac:chgData name="Nguyen Gia Huy (MS/EDS32-XC)" userId="d9f699be-2136-4f92-a51b-6ba825a7fb6b" providerId="ADAL" clId="{4AE74AD2-B04E-4CA8-A27E-CD575D57784E}" dt="2025-12-16T13:38:57.057" v="1466" actId="1076"/>
          <ac:picMkLst>
            <pc:docMk/>
            <pc:sldMk cId="142850255" sldId="769"/>
            <ac:picMk id="7" creationId="{AD71C28E-2F5D-70FF-87AC-CDBAAB8F136A}"/>
          </ac:picMkLst>
        </pc:picChg>
      </pc:sldChg>
    </pc:docChg>
  </pc:docChgLst>
  <pc:docChgLst>
    <pc:chgData name="Huy Nguyen" userId="3018be07f244db28" providerId="LiveId" clId="{0CFF1D25-D1B3-4A51-BD8D-170FC2A55DA5}"/>
    <pc:docChg chg="undo redo custSel addSld delSld modSld modSection">
      <pc:chgData name="Huy Nguyen" userId="3018be07f244db28" providerId="LiveId" clId="{0CFF1D25-D1B3-4A51-BD8D-170FC2A55DA5}" dt="2025-09-21T09:57:59.251" v="711" actId="20577"/>
      <pc:docMkLst>
        <pc:docMk/>
      </pc:docMkLst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2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55272862" sldId="34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5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5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5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6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7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38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053863177" sldId="40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100793633" sldId="40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481122955" sldId="40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609824282" sldId="41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534958449" sldId="48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939228944" sldId="51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274211862" sldId="51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416215835" sldId="51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59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59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59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59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60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60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60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94149876" sldId="60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60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60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0" sldId="60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687477489" sldId="60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18453919" sldId="61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850679404" sldId="611"/>
        </pc:sldMkLst>
      </pc:sldChg>
      <pc:sldChg chg="modSp mod">
        <pc:chgData name="Huy Nguyen" userId="3018be07f244db28" providerId="LiveId" clId="{0CFF1D25-D1B3-4A51-BD8D-170FC2A55DA5}" dt="2025-09-21T08:27:43.194" v="84" actId="20577"/>
        <pc:sldMkLst>
          <pc:docMk/>
          <pc:sldMk cId="3939754665" sldId="614"/>
        </pc:sldMkLst>
        <pc:spChg chg="mod">
          <ac:chgData name="Huy Nguyen" userId="3018be07f244db28" providerId="LiveId" clId="{0CFF1D25-D1B3-4A51-BD8D-170FC2A55DA5}" dt="2025-09-21T08:27:43.194" v="84" actId="20577"/>
          <ac:spMkLst>
            <pc:docMk/>
            <pc:sldMk cId="3939754665" sldId="614"/>
            <ac:spMk id="6" creationId="{73B02B47-D7B7-1618-B326-5C0FECC3B972}"/>
          </ac:spMkLst>
        </pc:spChg>
        <pc:spChg chg="mod">
          <ac:chgData name="Huy Nguyen" userId="3018be07f244db28" providerId="LiveId" clId="{0CFF1D25-D1B3-4A51-BD8D-170FC2A55DA5}" dt="2025-09-21T08:27:22.682" v="31" actId="20577"/>
          <ac:spMkLst>
            <pc:docMk/>
            <pc:sldMk cId="3939754665" sldId="614"/>
            <ac:spMk id="37889" creationId="{635AEAE1-8C6C-E1B2-E31C-6824757AB688}"/>
          </ac:spMkLst>
        </pc:spChg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912027292" sldId="615"/>
        </pc:sldMkLst>
      </pc:sldChg>
      <pc:sldChg chg="modSp mod">
        <pc:chgData name="Huy Nguyen" userId="3018be07f244db28" providerId="LiveId" clId="{0CFF1D25-D1B3-4A51-BD8D-170FC2A55DA5}" dt="2025-09-21T09:57:59.251" v="711" actId="20577"/>
        <pc:sldMkLst>
          <pc:docMk/>
          <pc:sldMk cId="300492059" sldId="616"/>
        </pc:sldMkLst>
        <pc:spChg chg="mod">
          <ac:chgData name="Huy Nguyen" userId="3018be07f244db28" providerId="LiveId" clId="{0CFF1D25-D1B3-4A51-BD8D-170FC2A55DA5}" dt="2025-09-21T09:57:59.251" v="711" actId="20577"/>
          <ac:spMkLst>
            <pc:docMk/>
            <pc:sldMk cId="300492059" sldId="616"/>
            <ac:spMk id="40962" creationId="{951997B1-C0C0-9917-B2E1-C9291CBF4395}"/>
          </ac:spMkLst>
        </pc:spChg>
      </pc:sldChg>
      <pc:sldChg chg="modSp mod">
        <pc:chgData name="Huy Nguyen" userId="3018be07f244db28" providerId="LiveId" clId="{0CFF1D25-D1B3-4A51-BD8D-170FC2A55DA5}" dt="2025-09-21T08:30:05.260" v="139" actId="33524"/>
        <pc:sldMkLst>
          <pc:docMk/>
          <pc:sldMk cId="27013035" sldId="617"/>
        </pc:sldMkLst>
        <pc:spChg chg="mod">
          <ac:chgData name="Huy Nguyen" userId="3018be07f244db28" providerId="LiveId" clId="{0CFF1D25-D1B3-4A51-BD8D-170FC2A55DA5}" dt="2025-09-21T08:30:05.260" v="139" actId="33524"/>
          <ac:spMkLst>
            <pc:docMk/>
            <pc:sldMk cId="27013035" sldId="617"/>
            <ac:spMk id="6" creationId="{577D5DFA-3499-9A70-A682-6003D6AE90A9}"/>
          </ac:spMkLst>
        </pc:spChg>
      </pc:sldChg>
      <pc:sldChg chg="addSp delSp modSp mod">
        <pc:chgData name="Huy Nguyen" userId="3018be07f244db28" providerId="LiveId" clId="{0CFF1D25-D1B3-4A51-BD8D-170FC2A55DA5}" dt="2025-09-21T08:41:06.136" v="261" actId="1076"/>
        <pc:sldMkLst>
          <pc:docMk/>
          <pc:sldMk cId="4052894805" sldId="618"/>
        </pc:sldMkLst>
        <pc:spChg chg="add mod">
          <ac:chgData name="Huy Nguyen" userId="3018be07f244db28" providerId="LiveId" clId="{0CFF1D25-D1B3-4A51-BD8D-170FC2A55DA5}" dt="2025-09-21T08:40:55.137" v="259" actId="164"/>
          <ac:spMkLst>
            <pc:docMk/>
            <pc:sldMk cId="4052894805" sldId="618"/>
            <ac:spMk id="3" creationId="{903B0CAE-60FD-FBE6-65A1-F767B6250BE4}"/>
          </ac:spMkLst>
        </pc:spChg>
        <pc:spChg chg="add mod">
          <ac:chgData name="Huy Nguyen" userId="3018be07f244db28" providerId="LiveId" clId="{0CFF1D25-D1B3-4A51-BD8D-170FC2A55DA5}" dt="2025-09-21T08:40:55.137" v="259" actId="164"/>
          <ac:spMkLst>
            <pc:docMk/>
            <pc:sldMk cId="4052894805" sldId="618"/>
            <ac:spMk id="5" creationId="{3C1D9FE1-36F4-572C-6FE6-24A5885E361D}"/>
          </ac:spMkLst>
        </pc:spChg>
        <pc:spChg chg="add mod">
          <ac:chgData name="Huy Nguyen" userId="3018be07f244db28" providerId="LiveId" clId="{0CFF1D25-D1B3-4A51-BD8D-170FC2A55DA5}" dt="2025-09-21T08:40:55.137" v="259" actId="164"/>
          <ac:spMkLst>
            <pc:docMk/>
            <pc:sldMk cId="4052894805" sldId="618"/>
            <ac:spMk id="6" creationId="{20CB4B7B-3E5F-CF5D-B405-A82B8329DA9B}"/>
          </ac:spMkLst>
        </pc:spChg>
        <pc:spChg chg="add mod">
          <ac:chgData name="Huy Nguyen" userId="3018be07f244db28" providerId="LiveId" clId="{0CFF1D25-D1B3-4A51-BD8D-170FC2A55DA5}" dt="2025-09-21T08:40:55.137" v="259" actId="164"/>
          <ac:spMkLst>
            <pc:docMk/>
            <pc:sldMk cId="4052894805" sldId="618"/>
            <ac:spMk id="7" creationId="{5AB49D43-A16B-3FCD-8DA8-4EA08BA6CB97}"/>
          </ac:spMkLst>
        </pc:spChg>
        <pc:spChg chg="add mod">
          <ac:chgData name="Huy Nguyen" userId="3018be07f244db28" providerId="LiveId" clId="{0CFF1D25-D1B3-4A51-BD8D-170FC2A55DA5}" dt="2025-09-21T08:40:55.137" v="259" actId="164"/>
          <ac:spMkLst>
            <pc:docMk/>
            <pc:sldMk cId="4052894805" sldId="618"/>
            <ac:spMk id="17" creationId="{7C98B7EB-45C4-AFA8-A055-CC8CF95B6CB1}"/>
          </ac:spMkLst>
        </pc:spChg>
        <pc:spChg chg="mod">
          <ac:chgData name="Huy Nguyen" userId="3018be07f244db28" providerId="LiveId" clId="{0CFF1D25-D1B3-4A51-BD8D-170FC2A55DA5}" dt="2025-09-21T08:40:52.254" v="258" actId="1076"/>
          <ac:spMkLst>
            <pc:docMk/>
            <pc:sldMk cId="4052894805" sldId="618"/>
            <ac:spMk id="43009" creationId="{C547D736-36C5-C503-1EF1-6498CCC912F7}"/>
          </ac:spMkLst>
        </pc:spChg>
        <pc:spChg chg="mod">
          <ac:chgData name="Huy Nguyen" userId="3018be07f244db28" providerId="LiveId" clId="{0CFF1D25-D1B3-4A51-BD8D-170FC2A55DA5}" dt="2025-09-21T08:41:06.136" v="261" actId="1076"/>
          <ac:spMkLst>
            <pc:docMk/>
            <pc:sldMk cId="4052894805" sldId="618"/>
            <ac:spMk id="43010" creationId="{9ED30FCF-131D-0E6B-16AF-8D8553AAE316}"/>
          </ac:spMkLst>
        </pc:spChg>
        <pc:grpChg chg="add mod">
          <ac:chgData name="Huy Nguyen" userId="3018be07f244db28" providerId="LiveId" clId="{0CFF1D25-D1B3-4A51-BD8D-170FC2A55DA5}" dt="2025-09-21T08:41:02.837" v="260" actId="1076"/>
          <ac:grpSpMkLst>
            <pc:docMk/>
            <pc:sldMk cId="4052894805" sldId="618"/>
            <ac:grpSpMk id="18" creationId="{4D57B0B0-1FE9-2308-0FF9-23995DBA6D5C}"/>
          </ac:grpSpMkLst>
        </pc:grpChg>
        <pc:cxnChg chg="add mod">
          <ac:chgData name="Huy Nguyen" userId="3018be07f244db28" providerId="LiveId" clId="{0CFF1D25-D1B3-4A51-BD8D-170FC2A55DA5}" dt="2025-09-21T08:40:55.137" v="259" actId="164"/>
          <ac:cxnSpMkLst>
            <pc:docMk/>
            <pc:sldMk cId="4052894805" sldId="618"/>
            <ac:cxnSpMk id="9" creationId="{4BAAA931-DA7A-472C-42EC-27D5C10F5D58}"/>
          </ac:cxnSpMkLst>
        </pc:cxnChg>
        <pc:cxnChg chg="add mod">
          <ac:chgData name="Huy Nguyen" userId="3018be07f244db28" providerId="LiveId" clId="{0CFF1D25-D1B3-4A51-BD8D-170FC2A55DA5}" dt="2025-09-21T08:40:55.137" v="259" actId="164"/>
          <ac:cxnSpMkLst>
            <pc:docMk/>
            <pc:sldMk cId="4052894805" sldId="618"/>
            <ac:cxnSpMk id="13" creationId="{399E6CD8-0BBE-30E9-10D7-4D1050CD9DE6}"/>
          </ac:cxnSpMkLst>
        </pc:cxnChg>
        <pc:cxnChg chg="add mod">
          <ac:chgData name="Huy Nguyen" userId="3018be07f244db28" providerId="LiveId" clId="{0CFF1D25-D1B3-4A51-BD8D-170FC2A55DA5}" dt="2025-09-21T08:40:55.137" v="259" actId="164"/>
          <ac:cxnSpMkLst>
            <pc:docMk/>
            <pc:sldMk cId="4052894805" sldId="618"/>
            <ac:cxnSpMk id="14" creationId="{5A440367-CF17-107A-8858-F22412FAEC97}"/>
          </ac:cxnSpMkLst>
        </pc:cxnChg>
      </pc:sldChg>
      <pc:sldChg chg="modSp mod">
        <pc:chgData name="Huy Nguyen" userId="3018be07f244db28" providerId="LiveId" clId="{0CFF1D25-D1B3-4A51-BD8D-170FC2A55DA5}" dt="2025-09-21T08:56:24.194" v="355"/>
        <pc:sldMkLst>
          <pc:docMk/>
          <pc:sldMk cId="851149840" sldId="619"/>
        </pc:sldMkLst>
        <pc:spChg chg="mod">
          <ac:chgData name="Huy Nguyen" userId="3018be07f244db28" providerId="LiveId" clId="{0CFF1D25-D1B3-4A51-BD8D-170FC2A55DA5}" dt="2025-09-21T08:51:11.166" v="280" actId="20577"/>
          <ac:spMkLst>
            <pc:docMk/>
            <pc:sldMk cId="851149840" sldId="619"/>
            <ac:spMk id="44033" creationId="{B33A3932-F259-82AC-A160-7C0811E00B60}"/>
          </ac:spMkLst>
        </pc:spChg>
        <pc:spChg chg="mod">
          <ac:chgData name="Huy Nguyen" userId="3018be07f244db28" providerId="LiveId" clId="{0CFF1D25-D1B3-4A51-BD8D-170FC2A55DA5}" dt="2025-09-21T08:55:47.629" v="338" actId="20577"/>
          <ac:spMkLst>
            <pc:docMk/>
            <pc:sldMk cId="851149840" sldId="619"/>
            <ac:spMk id="44034" creationId="{4008F735-1C6D-FAFC-D07B-062678FCD0C0}"/>
          </ac:spMkLst>
        </pc:spChg>
        <pc:spChg chg="mod">
          <ac:chgData name="Huy Nguyen" userId="3018be07f244db28" providerId="LiveId" clId="{0CFF1D25-D1B3-4A51-BD8D-170FC2A55DA5}" dt="2025-09-21T08:56:05.638" v="345"/>
          <ac:spMkLst>
            <pc:docMk/>
            <pc:sldMk cId="851149840" sldId="619"/>
            <ac:spMk id="44035" creationId="{B490C032-4A52-2F4D-1CA8-8B14723E57F4}"/>
          </ac:spMkLst>
        </pc:spChg>
        <pc:spChg chg="mod">
          <ac:chgData name="Huy Nguyen" userId="3018be07f244db28" providerId="LiveId" clId="{0CFF1D25-D1B3-4A51-BD8D-170FC2A55DA5}" dt="2025-09-21T08:56:24.194" v="355"/>
          <ac:spMkLst>
            <pc:docMk/>
            <pc:sldMk cId="851149840" sldId="619"/>
            <ac:spMk id="44036" creationId="{C4725AF4-C230-08E3-7BE5-43E4766B9894}"/>
          </ac:spMkLst>
        </pc:spChg>
      </pc:sldChg>
      <pc:sldChg chg="modSp mod">
        <pc:chgData name="Huy Nguyen" userId="3018be07f244db28" providerId="LiveId" clId="{0CFF1D25-D1B3-4A51-BD8D-170FC2A55DA5}" dt="2025-09-21T09:29:45.108" v="414" actId="20577"/>
        <pc:sldMkLst>
          <pc:docMk/>
          <pc:sldMk cId="766687713" sldId="620"/>
        </pc:sldMkLst>
        <pc:spChg chg="mod">
          <ac:chgData name="Huy Nguyen" userId="3018be07f244db28" providerId="LiveId" clId="{0CFF1D25-D1B3-4A51-BD8D-170FC2A55DA5}" dt="2025-09-21T09:29:45.108" v="414" actId="20577"/>
          <ac:spMkLst>
            <pc:docMk/>
            <pc:sldMk cId="766687713" sldId="620"/>
            <ac:spMk id="7" creationId="{4722E08C-2598-4D13-2798-A19D705485B2}"/>
          </ac:spMkLst>
        </pc:spChg>
        <pc:spChg chg="mod">
          <ac:chgData name="Huy Nguyen" userId="3018be07f244db28" providerId="LiveId" clId="{0CFF1D25-D1B3-4A51-BD8D-170FC2A55DA5}" dt="2025-09-21T09:29:28.253" v="401" actId="20577"/>
          <ac:spMkLst>
            <pc:docMk/>
            <pc:sldMk cId="766687713" sldId="620"/>
            <ac:spMk id="45057" creationId="{0A87FB6D-869D-8DA7-C7BA-610E4BA4D926}"/>
          </ac:spMkLst>
        </pc:spChg>
      </pc:sldChg>
      <pc:sldChg chg="del">
        <pc:chgData name="Huy Nguyen" userId="3018be07f244db28" providerId="LiveId" clId="{0CFF1D25-D1B3-4A51-BD8D-170FC2A55DA5}" dt="2025-09-21T09:39:21.236" v="442" actId="47"/>
        <pc:sldMkLst>
          <pc:docMk/>
          <pc:sldMk cId="4189094096" sldId="621"/>
        </pc:sldMkLst>
      </pc:sldChg>
      <pc:sldChg chg="del">
        <pc:chgData name="Huy Nguyen" userId="3018be07f244db28" providerId="LiveId" clId="{0CFF1D25-D1B3-4A51-BD8D-170FC2A55DA5}" dt="2025-09-21T09:39:21.236" v="442" actId="47"/>
        <pc:sldMkLst>
          <pc:docMk/>
          <pc:sldMk cId="1344418022" sldId="622"/>
        </pc:sldMkLst>
      </pc:sldChg>
      <pc:sldChg chg="modSp mod">
        <pc:chgData name="Huy Nguyen" userId="3018be07f244db28" providerId="LiveId" clId="{0CFF1D25-D1B3-4A51-BD8D-170FC2A55DA5}" dt="2025-09-21T09:44:01.074" v="521" actId="20577"/>
        <pc:sldMkLst>
          <pc:docMk/>
          <pc:sldMk cId="2354689242" sldId="623"/>
        </pc:sldMkLst>
      </pc:sldChg>
      <pc:sldChg chg="addSp delSp modSp del">
        <pc:chgData name="Huy Nguyen" userId="3018be07f244db28" providerId="LiveId" clId="{0CFF1D25-D1B3-4A51-BD8D-170FC2A55DA5}" dt="2025-09-21T09:41:16.863" v="471" actId="47"/>
        <pc:sldMkLst>
          <pc:docMk/>
          <pc:sldMk cId="2815467811" sldId="62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710437694" sldId="62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346025003" sldId="62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229323539" sldId="62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489955786" sldId="62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801599050" sldId="62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438727941" sldId="63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052366150" sldId="63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007714579" sldId="63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646622710" sldId="63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738831708" sldId="63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464625514" sldId="64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755975615" sldId="64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294993980" sldId="64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720423059" sldId="64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704875012" sldId="64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520361725" sldId="64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177457828" sldId="65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671280646" sldId="65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767093539" sldId="65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0219580" sldId="65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058688528" sldId="65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675741990" sldId="65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724640622" sldId="65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036632353" sldId="65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768257761" sldId="65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30850055" sldId="65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900116604" sldId="66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062392856" sldId="66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756643716" sldId="66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67026814" sldId="66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588758087" sldId="66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997332513" sldId="66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719683031" sldId="66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046949871" sldId="66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964457473" sldId="66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5515130" sldId="67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754539248" sldId="67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752076482" sldId="67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294609609" sldId="67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254879053" sldId="67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417061946" sldId="67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77414454" sldId="67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321160661" sldId="67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306401737" sldId="67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434653923" sldId="67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583815168" sldId="68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117483692" sldId="68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676453571" sldId="68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81143007" sldId="68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866436536" sldId="68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854708297" sldId="68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191733281" sldId="68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746417116" sldId="68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579221624" sldId="68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561441849" sldId="69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317477191" sldId="69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650543472" sldId="69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7565122" sldId="69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122448442" sldId="69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336276028" sldId="69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368227657" sldId="69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405363066" sldId="69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940196068" sldId="69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315120939" sldId="69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631234807" sldId="70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5546601" sldId="70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841996001" sldId="70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416412629" sldId="70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218114757" sldId="70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224415191" sldId="70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891846433" sldId="70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862522056" sldId="70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948413512" sldId="70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103491101" sldId="70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425606826" sldId="71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953482931" sldId="71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019059268" sldId="71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644365432" sldId="71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205589073" sldId="71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650355641" sldId="71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541420766" sldId="71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208657453" sldId="71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268916575" sldId="71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927591982" sldId="72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828691102" sldId="72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72640234" sldId="72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292934819" sldId="72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531027949" sldId="72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235471761" sldId="72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200032210" sldId="726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586786928" sldId="72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61720508" sldId="72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935417836" sldId="729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933056404" sldId="730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677903659" sldId="731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807507513" sldId="732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1332664008" sldId="733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2285083403" sldId="734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247437273" sldId="735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218555480" sldId="736"/>
        </pc:sldMkLst>
      </pc:sldChg>
      <pc:sldChg chg="del">
        <pc:chgData name="Huy Nguyen" userId="3018be07f244db28" providerId="LiveId" clId="{0CFF1D25-D1B3-4A51-BD8D-170FC2A55DA5}" dt="2025-09-21T08:27:54.504" v="85" actId="47"/>
        <pc:sldMkLst>
          <pc:docMk/>
          <pc:sldMk cId="2498246450" sldId="737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4061212810" sldId="738"/>
        </pc:sldMkLst>
      </pc:sldChg>
      <pc:sldChg chg="del">
        <pc:chgData name="Huy Nguyen" userId="3018be07f244db28" providerId="LiveId" clId="{0CFF1D25-D1B3-4A51-BD8D-170FC2A55DA5}" dt="2025-09-21T09:41:16.863" v="471" actId="47"/>
        <pc:sldMkLst>
          <pc:docMk/>
          <pc:sldMk cId="3256291241" sldId="739"/>
        </pc:sldMkLst>
      </pc:sldChg>
      <pc:sldChg chg="addSp delSp modSp add mod">
        <pc:chgData name="Huy Nguyen" userId="3018be07f244db28" providerId="LiveId" clId="{0CFF1D25-D1B3-4A51-BD8D-170FC2A55DA5}" dt="2025-09-21T09:40:35.970" v="468" actId="1076"/>
        <pc:sldMkLst>
          <pc:docMk/>
          <pc:sldMk cId="553330989" sldId="740"/>
        </pc:sldMkLst>
        <pc:spChg chg="add mod">
          <ac:chgData name="Huy Nguyen" userId="3018be07f244db28" providerId="LiveId" clId="{0CFF1D25-D1B3-4A51-BD8D-170FC2A55DA5}" dt="2025-09-21T09:40:35.970" v="468" actId="1076"/>
          <ac:spMkLst>
            <pc:docMk/>
            <pc:sldMk cId="553330989" sldId="740"/>
            <ac:spMk id="8" creationId="{44B769FE-8533-FB40-6598-E315E05EAA82}"/>
          </ac:spMkLst>
        </pc:spChg>
        <pc:picChg chg="add mod">
          <ac:chgData name="Huy Nguyen" userId="3018be07f244db28" providerId="LiveId" clId="{0CFF1D25-D1B3-4A51-BD8D-170FC2A55DA5}" dt="2025-09-21T09:39:59.350" v="462" actId="1076"/>
          <ac:picMkLst>
            <pc:docMk/>
            <pc:sldMk cId="553330989" sldId="740"/>
            <ac:picMk id="2050" creationId="{50CEB7A6-FE77-6C4D-C37C-37BEF88B6746}"/>
          </ac:picMkLst>
        </pc:picChg>
      </pc:sldChg>
      <pc:sldChg chg="addSp delSp modSp new mod modClrScheme chgLayout">
        <pc:chgData name="Huy Nguyen" userId="3018be07f244db28" providerId="LiveId" clId="{0CFF1D25-D1B3-4A51-BD8D-170FC2A55DA5}" dt="2025-09-21T09:35:50.263" v="441" actId="1076"/>
        <pc:sldMkLst>
          <pc:docMk/>
          <pc:sldMk cId="3542853924" sldId="741"/>
        </pc:sldMkLst>
      </pc:sldChg>
      <pc:sldChg chg="addSp delSp modSp new mod modClrScheme chgLayout">
        <pc:chgData name="Huy Nguyen" userId="3018be07f244db28" providerId="LiveId" clId="{0CFF1D25-D1B3-4A51-BD8D-170FC2A55DA5}" dt="2025-09-21T09:56:19.180" v="708" actId="207"/>
        <pc:sldMkLst>
          <pc:docMk/>
          <pc:sldMk cId="1114651473" sldId="742"/>
        </pc:sldMkLst>
      </pc:sldChg>
      <pc:sldChg chg="modSp new del">
        <pc:chgData name="Huy Nguyen" userId="3018be07f244db28" providerId="LiveId" clId="{0CFF1D25-D1B3-4A51-BD8D-170FC2A55DA5}" dt="2025-09-21T09:54:55.623" v="683" actId="47"/>
        <pc:sldMkLst>
          <pc:docMk/>
          <pc:sldMk cId="3441850549" sldId="7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B57746-A217-1840-9D27-1C9B611FF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C0457-C9C0-9A46-856C-A75642660D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0E765C1-43CC-5C46-8694-A6B828DEC430}" type="datetimeFigureOut">
              <a:rPr lang="en-US"/>
              <a:pPr>
                <a:defRPr/>
              </a:pPr>
              <a:t>12/18/25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3DE939-5167-8149-9C39-EBF3DB40E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179A7E-0011-7C47-A00A-3553ADFC2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921AA-9F8D-2644-BA51-99C00524A9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1767E-EE09-594B-90B8-F1B2D1E5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48E93DF-EC4A-7C45-AB6A-FC63BC432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E408-2E7E-5890-3F67-2AB26B7D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15558-069B-9E37-B6D1-24F420CF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BFD56-372C-E05D-2CCA-0E06108F7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744AB-E34E-5297-45B4-103FAC977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8E93DF-EC4A-7C45-AB6A-FC63BC432F2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94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2DFA2-7EEB-8C00-E73B-389E1BA79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9064" y="6289500"/>
            <a:ext cx="3761337" cy="365125"/>
          </a:xfrm>
        </p:spPr>
        <p:txBody>
          <a:bodyPr l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A3564EC-CE50-1549-B5F0-E1519DE3E6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76506"/>
            <a:ext cx="8782342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0BA1EB2-0EC6-804A-B029-2483E6FB35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19" y="3940166"/>
            <a:ext cx="8782341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FFDFED-A00F-67F2-B023-11EE70A883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720" y="586154"/>
            <a:ext cx="642343" cy="38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7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8B4B-8B58-E813-961C-064BC40AF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4963816-3C9D-6054-6D89-CCC3057C1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18C5-3473-9969-88C2-50B0064238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50435"/>
            <a:ext cx="8865469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6C7969-22B7-9E94-E270-5F3C7A19AA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14095"/>
            <a:ext cx="8865468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181229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's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ABA-AA73-6F33-8CE3-7BA8AC03293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30FD-1024-73E5-DDAE-CABD5B7F85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AE35381-62E7-8B45-DF09-9D52F4A458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64D7CAF-E305-EFB7-1D4C-FC4028A01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5E9AF3-0F43-A8C7-9D9A-24B5C30D6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A81135-55B4-1CE3-4AAE-80204E5A9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497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2C22-9842-790F-7012-5D5CBEC71E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86CD2-EE78-2625-5844-0B9890040E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968E4-5FE5-20AF-7B20-87717025E7D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04F5B-AFFD-54FC-FAC0-F04384E179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0D87FF-D51B-E8F3-39CF-9AEBFC357D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60269A-F2FF-A7E2-AD9F-9F08204AC6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313B1EB-2063-E608-080C-CD55735352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2F4C55E-AD63-A918-ED20-BC3E307C2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743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DAC01-332B-D637-56B5-4AFC25E11D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19175-8EDF-5D9C-33EC-C8E2A1976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F389A0-9950-789A-55A2-79B1DF20A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300" y="1176338"/>
            <a:ext cx="3602038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A0F7C1-4F18-7077-33D5-3CBBB08D3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4188" y="1176338"/>
            <a:ext cx="3603625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F26E50D-1254-9591-B5D4-BEC8293AB0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6438" y="1176338"/>
            <a:ext cx="3602037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317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500AE-6766-41B0-C029-EAE84059B5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64CF-48E8-5FFF-28D2-E0495E1D7A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10A7AB1-FFCC-A45F-8D25-303B6F2A2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1149350"/>
            <a:ext cx="11709400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810F906-2DEE-3C9E-A8D5-9575D7745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1300" y="2273300"/>
            <a:ext cx="5668963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64ED81-5108-F3B8-4DD7-6ECCF59D7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1738" y="2273300"/>
            <a:ext cx="5668962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604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5833-E42A-E620-7D83-55DACDE25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F9A05-AD0B-20A1-596D-C0BA3D1F17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56554-52F1-D18F-5827-F007C7E9F5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00" y="1176338"/>
            <a:ext cx="5668963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AB646E-8298-41D3-BEB1-D7F0A7609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38" y="1176338"/>
            <a:ext cx="5668962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049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22F17-7061-DBE6-40F0-4CE0A9CEF9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7B6E1-BAB1-B598-78E0-7F84FE236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9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684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A4BE7-29FE-EC65-CE2C-3F4AEC50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A3-E490-7BB8-44E4-2563732C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48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061DB949-1463-2A4C-B301-63F1602C50E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6BC82-2752-FE77-7E7B-D40EB348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A0474-8FF5-26D4-FF3B-B8AA251B0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2913E6-E833-A35B-D52D-6FC43B3A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94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553C159-15C5-4143-902A-A2D9C8AD8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DBF48-0EFD-7E4F-AAF0-AB1C4877B680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1388B4C-0BAF-3342-B4C4-F8F3835171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General Services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89A14A-BBCF-BC41-8E4A-D55A4B8E1B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3BDA1A-1CBB-8E43-A453-55D625CBA08B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quid slide border color.">
            <a:extLst>
              <a:ext uri="{FF2B5EF4-FFF2-40B4-BE49-F238E27FC236}">
                <a16:creationId xmlns:a16="http://schemas.microsoft.com/office/drawing/2014/main" id="{9DE7E60F-0E8F-E845-A30E-6D51DFDCF24C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6C5E90-B6A0-C44C-5B33-1A7116573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1ECED-EA93-EF92-CE3E-5CCF21835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01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8E5D3566-EC15-634D-A5DB-D8659E8B1D5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67BF2-F07F-5F3F-475C-95CD1798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A02FF-B2B6-C57F-26B1-0DD331F6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3293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Galaxy slide border color.">
            <a:extLst>
              <a:ext uri="{FF2B5EF4-FFF2-40B4-BE49-F238E27FC236}">
                <a16:creationId xmlns:a16="http://schemas.microsoft.com/office/drawing/2014/main" id="{0AEB10B3-8C08-7244-A574-BA85CB778D8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5EDD2-E77A-C2D7-DFD4-A448A9D8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E0B2-F3AA-6FBC-AD07-99EDAC6C0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C323C8-2085-5822-7923-7CF461743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70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03AEA1F-5705-468C-87C7-8FB4BCBE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F4C99-54C2-9541-8F43-762C964F130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A10370E-4F42-8241-BF9F-E9A72893ED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E12F472C-8CA3-7949-8253-63E2F46D34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2AB3EF-8D29-0347-A0F4-5A920F8D6324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 descr="Galaxy slide border color.">
            <a:extLst>
              <a:ext uri="{FF2B5EF4-FFF2-40B4-BE49-F238E27FC236}">
                <a16:creationId xmlns:a16="http://schemas.microsoft.com/office/drawing/2014/main" id="{468A9567-E554-3010-2A38-DF450DDFF98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FA43EF-49E4-74BC-21F0-D41D27599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1FD56-C45F-424C-E9DB-ED23FAE2B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6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Galaxy slide border color.">
            <a:extLst>
              <a:ext uri="{FF2B5EF4-FFF2-40B4-BE49-F238E27FC236}">
                <a16:creationId xmlns:a16="http://schemas.microsoft.com/office/drawing/2014/main" id="{AFF7784A-AC38-A14C-8390-9F3D6CB22C2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EB7E-691A-4FE3-71DE-02772BF286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F89A6-18DC-5D54-AD1E-DB0457474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23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Cosmos slide border color.">
            <a:extLst>
              <a:ext uri="{FF2B5EF4-FFF2-40B4-BE49-F238E27FC236}">
                <a16:creationId xmlns:a16="http://schemas.microsoft.com/office/drawing/2014/main" id="{92051C7E-3900-3D47-BA06-C45A775AC5C5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BC9C4-5B16-0446-1707-A098531C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DDB9-D31A-2698-9E06-EDBA42040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FB4B64-1C05-8022-8062-CE396DA9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802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21E229-13FE-4FC3-B7C6-AA992DC78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487056-54C9-3C44-8A0E-E8A0308AD2EC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69FAB93-C1F2-A245-90B4-C96C9D1826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F0D628E-4994-3E4C-AFDD-4A6F01ABA79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483B396-C225-9E4D-8732-D5FC98F01E48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Cosmos slide border color.">
            <a:extLst>
              <a:ext uri="{FF2B5EF4-FFF2-40B4-BE49-F238E27FC236}">
                <a16:creationId xmlns:a16="http://schemas.microsoft.com/office/drawing/2014/main" id="{95DB3A17-29D7-3A45-ACDB-C1245E16544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1C9672-9F35-D403-7E93-A3EAF1A26E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CF192-8158-0693-458E-D0BD5278E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70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Endor slide border color.">
            <a:extLst>
              <a:ext uri="{FF2B5EF4-FFF2-40B4-BE49-F238E27FC236}">
                <a16:creationId xmlns:a16="http://schemas.microsoft.com/office/drawing/2014/main" id="{5573C5A5-FEA2-6F41-A1B4-E8FDB998D47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6095-762D-BE68-015D-91DF4C4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23E1-65D3-108F-B7F0-D0FA7F50C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4B0985-E6AB-7E04-B155-7041E507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81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05BA133-69B9-4FF2-BD08-1396789390FF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512C27-F57D-C04D-8C2E-2FBCFAEFE9E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0B215-B435-A046-AB52-3AC5CD6CB09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BB3FCFCA-86E9-6843-BBC5-696B46773C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0F07F7-0ACA-744C-8676-DDDFF0EDD79A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9AB1F7AC-1D02-F24E-80FB-3513723974A8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42A501-CFBB-7A93-52F3-AB8E94687A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2BE29-5008-2D62-A19B-811CC5BEDF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29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2626ACD-3A5A-4C7B-BC05-7095F7FB342E}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3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2626ACD-3A5A-4C7B-BC05-7095F7FB342E}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EE8DD8F-3E33-DE49-A6C4-85510AAE5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4196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3890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Resourc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FB081C-3EA8-4CC9-AEAA-5A88FBEBA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BCC60938-B1D7-7642-B1A2-9236489D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IoT Resources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42122E-0449-9146-A319-D11DF60C4F51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C2C7E85-0D8D-A349-9C99-2B876764A29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92BB6-3B05-1293-CC06-6FDE34550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97408-F4F0-7E99-C730-19F388F4D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2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831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Thing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27F948-4C88-4606-B600-4B5701E6D42F}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63DE121C-6773-A942-87BC-F4D427316A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IoT Things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F07151-3D39-D647-9EC4-468CD751516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758A11D-69A8-0C48-B5B1-2F07EB49825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D450F-B073-2724-EFAB-1458FF83F7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B9F3D-6443-1422-0F09-2FC88B705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831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mile slide border color.">
            <a:extLst>
              <a:ext uri="{FF2B5EF4-FFF2-40B4-BE49-F238E27FC236}">
                <a16:creationId xmlns:a16="http://schemas.microsoft.com/office/drawing/2014/main" id="{04734F41-1E91-BB44-8DB4-8C7590A467B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EA197-D7E8-786F-1AA3-1FACE65C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D418F-7ECB-AD5F-D0C7-A97A1450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7719DA-11C0-89F7-1183-23DEE88B9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283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E19C435-6317-4052-AE8D-DCE5DD73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F773F9-4F99-D942-BEBB-1593505C68C1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AF5CCA0-0690-374D-8772-DEF02BD7F54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C98EB3-F74A-FD47-AF5D-6FDD457384E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EDFC34-7FFC-F543-BA55-50C9C7C48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D97EA81C-3417-9A44-BB8E-31157C34FEB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2EE44F-067B-DDFC-C61E-4E44544741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7C87C-AFEA-994A-5677-D6E0BF66D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68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_Instance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B44E062-A77C-4F23-A531-4585F9B9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F41C06-25C4-FE46-A47C-4B60AE628A89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98499298-BDCA-EC42-BE59-1F8672E525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61EB6ED-D795-1747-A446-1C4C0434D8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378119F-F6F8-D44F-8ABE-419D35451573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FE489E1A-1BF1-F242-86E2-9807F29A1BE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049487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Instances</a:t>
              </a:r>
            </a:p>
          </p:txBody>
        </p: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8B257808-C612-7942-9E1F-FF677A089C7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81C349-28A5-9EA2-5AD9-07AE81A15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6D495-0407-CD1E-7CF2-B5727772E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609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Mars slide border color.">
            <a:extLst>
              <a:ext uri="{FF2B5EF4-FFF2-40B4-BE49-F238E27FC236}">
                <a16:creationId xmlns:a16="http://schemas.microsoft.com/office/drawing/2014/main" id="{687C9EBA-6CEA-D94E-918D-9DD6990AE6A3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8E266-EB39-0A9E-C76A-053B4434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7B292-2800-583D-9EDE-02771F816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344EBE-C5DD-42C9-0773-5EF031398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94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2024583-6DB5-4311-B159-16D1BD2F9D2B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E300FE-0BEC-454E-9226-4BF426763D4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4C2F67B6-6C8E-C641-86AA-C2F4428DDF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BBDD403-20C7-4B41-9D7D-4F367D174F2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71A8823-AC99-5D48-BD49-9E36441E381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Mars slide border color.">
            <a:extLst>
              <a:ext uri="{FF2B5EF4-FFF2-40B4-BE49-F238E27FC236}">
                <a16:creationId xmlns:a16="http://schemas.microsoft.com/office/drawing/2014/main" id="{BB803129-AEB7-3747-880F-67B9DA5EADC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43F37E-BEB7-9CA9-4E15-9F6907D9A5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F7325-7C1E-09BA-9DE1-BB358065C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337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Purple slide border color.">
            <a:extLst>
              <a:ext uri="{FF2B5EF4-FFF2-40B4-BE49-F238E27FC236}">
                <a16:creationId xmlns:a16="http://schemas.microsoft.com/office/drawing/2014/main" id="{C9CC7A7B-72BF-2148-B160-EA5B3241146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214BB-2C3F-E1E5-BDD0-C67B8300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8AE4-430E-D97E-BAB2-7E97E952C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8E3023-FCBD-DC65-9C52-8350A8635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362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001CFA1-EDE7-4161-871E-4CAC0B8D1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4" cy="4913313"/>
            <a:chOff x="0" y="1009650"/>
            <a:chExt cx="12191994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0783BA-5DA2-994D-A7B2-8BDAECAFA190}"/>
                </a:ext>
              </a:extLst>
            </p:cNvPr>
            <p:cNvSpPr/>
            <p:nvPr userDrawn="1"/>
          </p:nvSpPr>
          <p:spPr>
            <a:xfrm>
              <a:off x="0" y="1009650"/>
              <a:ext cx="12191994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9EAF9B0-BE56-6748-B94F-D6A648A817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2E90A3CE-0CBA-E54C-B9E6-033E946919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71B9F-0CD6-C044-9881-BAE1BF200229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Purple slide border color.">
            <a:extLst>
              <a:ext uri="{FF2B5EF4-FFF2-40B4-BE49-F238E27FC236}">
                <a16:creationId xmlns:a16="http://schemas.microsoft.com/office/drawing/2014/main" id="{CEA737E2-E92D-E84A-8C9E-5B00074EEFC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A55216-35F8-604A-0178-35EDF978E4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D7BF4-5C9B-4B50-0688-107EBA9E3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351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-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8DD151-86F3-4CB6-A7B7-D9F2CCB1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8C40F516-D969-6E4E-BF93-CCA70344A63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FF49B2-D892-0D45-AB42-3AAD67C3E792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Purple slide border color.">
            <a:extLst>
              <a:ext uri="{FF2B5EF4-FFF2-40B4-BE49-F238E27FC236}">
                <a16:creationId xmlns:a16="http://schemas.microsoft.com/office/drawing/2014/main" id="{90370AE6-5FDC-E344-AF35-B06C2A21DEA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6D92E-6025-F398-40DC-9469712D63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B5FC3-AE52-19A7-6F8A-323718978F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7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969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Orbit slide border color.">
            <a:extLst>
              <a:ext uri="{FF2B5EF4-FFF2-40B4-BE49-F238E27FC236}">
                <a16:creationId xmlns:a16="http://schemas.microsoft.com/office/drawing/2014/main" id="{AFBE0FF0-DD9B-4D4C-8D49-958F9D7B538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65EC2-65B2-F233-2399-B91B20DC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B0F6-1D91-81B8-A937-F1A989006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B69D6-D4A2-83BE-46E9-1295904E1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37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CDA8632-AEFC-4DBE-B8E9-555824BC9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 descr="Persian green slide border color.">
              <a:extLst>
                <a:ext uri="{FF2B5EF4-FFF2-40B4-BE49-F238E27FC236}">
                  <a16:creationId xmlns:a16="http://schemas.microsoft.com/office/drawing/2014/main" id="{0E2F0230-E8CE-DC44-BE47-8907F62C997D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08B11CB-640D-E043-BAF5-A0C13F493A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3AE031-14EA-8D40-9418-E068CFCCEE6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3153ED-10FE-2541-95D5-3FFD37931226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Orbit slide border color.">
            <a:extLst>
              <a:ext uri="{FF2B5EF4-FFF2-40B4-BE49-F238E27FC236}">
                <a16:creationId xmlns:a16="http://schemas.microsoft.com/office/drawing/2014/main" id="{2014E3DB-720E-E740-82E3-A1F043489F1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E05E46-9741-B3CF-1195-89E912118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46F3E-9AF6-1A67-72BD-4E356152E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340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564E-12A4-425C-A283-B8B235FFF7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01751"/>
            <a:ext cx="6613109" cy="62356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Any slides that appear following this one are NOT approved for production use.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Please be sure to remove them before you publish this deck.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956A5A2-BB71-417D-9961-66F664368EAB}"/>
              </a:ext>
            </a:extLst>
          </p:cNvPr>
          <p:cNvSpPr/>
          <p:nvPr userDrawn="1"/>
        </p:nvSpPr>
        <p:spPr>
          <a:xfrm>
            <a:off x="7348648" y="978647"/>
            <a:ext cx="4360244" cy="4360244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STOP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8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53D0324-E1F1-5606-76F1-580B7E80948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36720" y="6335089"/>
            <a:ext cx="348827" cy="20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4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  <p:sldLayoutId id="2147483847" r:id="rId20"/>
    <p:sldLayoutId id="2147483848" r:id="rId21"/>
    <p:sldLayoutId id="2147483849" r:id="rId22"/>
    <p:sldLayoutId id="2147483863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odelcontextprotocol.io/examples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logs/opensource/introducing-strands-agents-an-open-source-ai-agents-sdk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7BED0-55CD-AD7B-43A9-1AD66068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482540E2-468B-6F08-D9E6-462768170F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2025, Amazon Web Services, Inc. or its affiliates.</a:t>
            </a:r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635AEAE1-8C6C-E1B2-E31C-6824757AB6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AWS </a:t>
            </a:r>
            <a:r>
              <a:rPr lang="en-US" altLang="en-US" dirty="0" err="1"/>
              <a:t>CloudOps</a:t>
            </a:r>
            <a:r>
              <a:rPr lang="en-US" altLang="en-US" dirty="0"/>
              <a:t> Agent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3B02B47-D7B7-1618-B326-5C0FECC3B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18" y="3940166"/>
            <a:ext cx="10464065" cy="523220"/>
          </a:xfrm>
        </p:spPr>
        <p:txBody>
          <a:bodyPr/>
          <a:lstStyle/>
          <a:p>
            <a:r>
              <a:rPr lang="en-US" dirty="0">
                <a:latin typeface="Aptos Light" panose="020F0502020204030204" pitchFamily="34" charset="0"/>
              </a:rPr>
              <a:t>Built with </a:t>
            </a:r>
            <a:r>
              <a:rPr lang="en-US" b="1" dirty="0"/>
              <a:t>AWS Strands Agents </a:t>
            </a:r>
            <a:r>
              <a:rPr lang="en-US" dirty="0">
                <a:latin typeface="Aptos Light" panose="020B0004020202020204" pitchFamily="34" charset="0"/>
              </a:rPr>
              <a:t>and</a:t>
            </a:r>
            <a:r>
              <a:rPr lang="en-US" dirty="0"/>
              <a:t> </a:t>
            </a:r>
            <a:r>
              <a:rPr lang="en-US" b="1" dirty="0"/>
              <a:t>AWS Bedrock AgentCore</a:t>
            </a:r>
          </a:p>
        </p:txBody>
      </p:sp>
    </p:spTree>
    <p:extLst>
      <p:ext uri="{BB962C8B-B14F-4D97-AF65-F5344CB8AC3E}">
        <p14:creationId xmlns:p14="http://schemas.microsoft.com/office/powerpoint/2010/main" val="393975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29023-A109-69D1-3B42-79D5B8AA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5">
            <a:extLst>
              <a:ext uri="{FF2B5EF4-FFF2-40B4-BE49-F238E27FC236}">
                <a16:creationId xmlns:a16="http://schemas.microsoft.com/office/drawing/2014/main" id="{FA9A5D87-E7EB-EEBA-F280-CDE2B4957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Contents</a:t>
            </a:r>
          </a:p>
        </p:txBody>
      </p:sp>
      <p:sp>
        <p:nvSpPr>
          <p:cNvPr id="40962" name="Content Placeholder 6">
            <a:extLst>
              <a:ext uri="{FF2B5EF4-FFF2-40B4-BE49-F238E27FC236}">
                <a16:creationId xmlns:a16="http://schemas.microsoft.com/office/drawing/2014/main" id="{951997B1-C0C0-9917-B2E1-C9291CBF439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>
          <a:xfrm>
            <a:off x="241300" y="1176339"/>
            <a:ext cx="11709400" cy="2770822"/>
          </a:xfrm>
        </p:spPr>
        <p:txBody>
          <a:bodyPr numCol="2"/>
          <a:lstStyle/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Challenges</a:t>
            </a:r>
            <a:endParaRPr lang="en-US" altLang="en-US" dirty="0">
              <a:hlinkClick r:id="rId2" action="ppaction://hlinksldjump"/>
            </a:endParaRP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Agentic AI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Strands Agents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AWS Bedrock AgentCore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Implementation Plan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Architecture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Cost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Demo</a:t>
            </a:r>
          </a:p>
          <a:p>
            <a:pPr marL="914400" lvl="1" indent="-457200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altLang="en-US" dirty="0"/>
              <a:t>Discussion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E8B1788-262D-CB9F-B1A7-CACA92DB48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5273FA-62D0-9CB7-D5D7-DB15019C5D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2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6552-5B4D-4F85-D682-76728700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42CA3A5-8B06-3B95-43EE-0C44A7BF6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FA6D5-4254-C603-AE9B-796FF8D4C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11D34F2B-8BD1-2232-9318-C2EE3FEF5F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US" alt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77D5DFA-3499-9A70-A682-6003D6AE9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 Cloud-Computing</a:t>
            </a:r>
          </a:p>
        </p:txBody>
      </p:sp>
    </p:spTree>
    <p:extLst>
      <p:ext uri="{BB962C8B-B14F-4D97-AF65-F5344CB8AC3E}">
        <p14:creationId xmlns:p14="http://schemas.microsoft.com/office/powerpoint/2010/main" val="2701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948B68-BC0A-06ED-7AA1-4C9C7364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Most Common Cloud Computing Challenges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CAD08D-D4C1-3DD5-F9EE-F4961F86C3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0941" y="1855353"/>
            <a:ext cx="5158969" cy="3131088"/>
          </a:xfrm>
        </p:spPr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Data Security and Privacy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Cost Management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Multi-Cloud Environments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Performance Challenges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Interoperability and Flexibility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High Dependence on Network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sz="1800" dirty="0"/>
              <a:t>Lack of Knowledge and Expertise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1B2831-23BF-C354-B892-ED75C10A9C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4ABCDC-7B17-A53D-833E-CCE31451A6C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 descr="A person holding a computer&#10;&#10;AI-generated content may be incorrect.">
            <a:extLst>
              <a:ext uri="{FF2B5EF4-FFF2-40B4-BE49-F238E27FC236}">
                <a16:creationId xmlns:a16="http://schemas.microsoft.com/office/drawing/2014/main" id="{DAE499BF-06DC-B7FF-426D-E855FA86E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454" y="1524000"/>
            <a:ext cx="3810000" cy="381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6169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8626-177E-A8EE-277C-8002F2A4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9B5450F5-2F0E-1528-FF5A-14EE35337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EE817C-A7A6-79C2-3FB5-E36D1B645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872D2225-A999-860B-288E-6C3F22EC60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</a:t>
            </a:r>
            <a:endParaRPr lang="en-US" alt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1B8734E-FE33-51E3-CCFC-3FDCDED97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Evolution of Cloud Operations</a:t>
            </a:r>
          </a:p>
        </p:txBody>
      </p:sp>
    </p:spTree>
    <p:extLst>
      <p:ext uri="{BB962C8B-B14F-4D97-AF65-F5344CB8AC3E}">
        <p14:creationId xmlns:p14="http://schemas.microsoft.com/office/powerpoint/2010/main" val="299772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9878B-C367-EFDB-4B1C-2EF66F04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AE83E-7DBC-26B7-5B23-738BA3C8FC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8270B-BCEE-97D2-9F43-72A42441B3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0DFCE4-23B3-8B35-324C-2245E244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Agentic AI?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7866D6-BE6A-3763-C76B-0D8EB9058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529" y="4783725"/>
            <a:ext cx="11144942" cy="922835"/>
          </a:xfrm>
        </p:spPr>
        <p:txBody>
          <a:bodyPr/>
          <a:lstStyle/>
          <a:p>
            <a:r>
              <a:rPr lang="en-US" sz="1800" dirty="0"/>
              <a:t>Agentic AI is an autonomous AI system that can act independently to achieve pre-determined goals.</a:t>
            </a:r>
          </a:p>
          <a:p>
            <a:r>
              <a:rPr lang="en-US" sz="1800" dirty="0"/>
              <a:t>"Agentic" indicates agency — the ability of these systems to act independently, but in a goal-driven manner.</a:t>
            </a:r>
          </a:p>
        </p:txBody>
      </p:sp>
      <p:pic>
        <p:nvPicPr>
          <p:cNvPr id="14" name="Graphic 13" descr="Open quotation mark with solid fill">
            <a:extLst>
              <a:ext uri="{FF2B5EF4-FFF2-40B4-BE49-F238E27FC236}">
                <a16:creationId xmlns:a16="http://schemas.microsoft.com/office/drawing/2014/main" id="{726FD373-6826-760F-8B25-5C026CAA2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5825"/>
            <a:ext cx="669317" cy="669317"/>
          </a:xfrm>
          <a:prstGeom prst="rect">
            <a:avLst/>
          </a:prstGeom>
        </p:spPr>
      </p:pic>
      <p:pic>
        <p:nvPicPr>
          <p:cNvPr id="15" name="Graphic 14" descr="Open quotation mark with solid fill">
            <a:extLst>
              <a:ext uri="{FF2B5EF4-FFF2-40B4-BE49-F238E27FC236}">
                <a16:creationId xmlns:a16="http://schemas.microsoft.com/office/drawing/2014/main" id="{589375A5-FFDB-49C4-7F80-F8F140498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1397186" y="5145555"/>
            <a:ext cx="669317" cy="6693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DD5BAC-0DD7-AE15-54BC-6EE940D42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156" y="1205316"/>
            <a:ext cx="7327687" cy="33827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125575-D9E2-61D1-FDBF-87723F37C03A}"/>
              </a:ext>
            </a:extLst>
          </p:cNvPr>
          <p:cNvSpPr txBox="1"/>
          <p:nvPr/>
        </p:nvSpPr>
        <p:spPr>
          <a:xfrm>
            <a:off x="9922598" y="5706560"/>
            <a:ext cx="139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__AWS__</a:t>
            </a:r>
          </a:p>
        </p:txBody>
      </p:sp>
    </p:spTree>
    <p:extLst>
      <p:ext uri="{BB962C8B-B14F-4D97-AF65-F5344CB8AC3E}">
        <p14:creationId xmlns:p14="http://schemas.microsoft.com/office/powerpoint/2010/main" val="59277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8131A-CD15-6FB0-DAD8-082E61A34A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A5D4C-6C8B-B39F-46AC-7546FEEE14E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868562-624B-47A0-4348-4A80533B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agentic AI systems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4D4E574-17FA-66CA-5D8D-1CBD58047313}"/>
              </a:ext>
            </a:extLst>
          </p:cNvPr>
          <p:cNvGrpSpPr/>
          <p:nvPr/>
        </p:nvGrpSpPr>
        <p:grpSpPr>
          <a:xfrm>
            <a:off x="960717" y="2166725"/>
            <a:ext cx="2329132" cy="2462425"/>
            <a:chOff x="323375" y="1856174"/>
            <a:chExt cx="2329132" cy="24624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FFB6C3C-634C-EB00-947F-C8EA151F5617}"/>
                </a:ext>
              </a:extLst>
            </p:cNvPr>
            <p:cNvSpPr txBox="1"/>
            <p:nvPr/>
          </p:nvSpPr>
          <p:spPr>
            <a:xfrm>
              <a:off x="659266" y="3046570"/>
              <a:ext cx="1657350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en-US" b="1" dirty="0">
                  <a:solidFill>
                    <a:schemeClr val="lt1"/>
                  </a:solidFill>
                  <a:latin typeface="+mn-lt"/>
                </a:rPr>
                <a:t>Proactive</a:t>
              </a:r>
              <a:endParaRPr lang="de-DE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135929-6BE0-E2D0-AB1A-E59007ECD108}"/>
                </a:ext>
              </a:extLst>
            </p:cNvPr>
            <p:cNvSpPr txBox="1"/>
            <p:nvPr/>
          </p:nvSpPr>
          <p:spPr>
            <a:xfrm>
              <a:off x="323375" y="3538281"/>
              <a:ext cx="2329132" cy="7803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 eaLnBrk="1" fontAlgn="auto" hangingPunct="1">
                <a:spcBef>
                  <a:spcPts val="50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Anticipate needs, identify emerging patterns, and take initiative to address potential issues before they escalate</a:t>
              </a:r>
              <a:endParaRPr lang="de-DE" sz="12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037E513-6359-4E59-78AC-234945DD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0883" y="1856174"/>
              <a:ext cx="914400" cy="9144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034192F-2BFD-E06E-A5F9-CD3753C5D490}"/>
              </a:ext>
            </a:extLst>
          </p:cNvPr>
          <p:cNvGrpSpPr/>
          <p:nvPr/>
        </p:nvGrpSpPr>
        <p:grpSpPr>
          <a:xfrm>
            <a:off x="3635491" y="2166725"/>
            <a:ext cx="2329132" cy="2204672"/>
            <a:chOff x="3165621" y="1856174"/>
            <a:chExt cx="2329132" cy="220467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0371D9-8C4C-CC80-9042-9D31AC93A159}"/>
                </a:ext>
              </a:extLst>
            </p:cNvPr>
            <p:cNvSpPr txBox="1"/>
            <p:nvPr/>
          </p:nvSpPr>
          <p:spPr>
            <a:xfrm>
              <a:off x="3549877" y="3046570"/>
              <a:ext cx="1560620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 eaLnBrk="1" fontAlgn="auto" hangingPunct="1">
                <a:spcBef>
                  <a:spcPts val="500"/>
                </a:spcBef>
                <a:spcAft>
                  <a:spcPts val="0"/>
                </a:spcAft>
                <a:defRPr/>
              </a:pPr>
              <a:r>
                <a:rPr lang="en-US" b="1" dirty="0">
                  <a:solidFill>
                    <a:schemeClr val="lt1"/>
                  </a:solidFill>
                  <a:latin typeface="+mn-lt"/>
                </a:rPr>
                <a:t>Adaptable</a:t>
              </a:r>
              <a:endParaRPr lang="de-DE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53DD483-5DEF-E84E-56A3-D827D28218DD}"/>
                </a:ext>
              </a:extLst>
            </p:cNvPr>
            <p:cNvSpPr txBox="1"/>
            <p:nvPr/>
          </p:nvSpPr>
          <p:spPr>
            <a:xfrm>
              <a:off x="3165621" y="3507684"/>
              <a:ext cx="2329132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 eaLnBrk="1" fontAlgn="auto" hangingPunct="1">
                <a:spcBef>
                  <a:spcPts val="50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Adapt to changing environments and specific domains by using context awareness and domain knowledge to respond intelligently</a:t>
              </a:r>
              <a:endParaRPr lang="de-DE" sz="12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400742C-D9C5-EFC6-BD96-4A7005FCF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2987" y="1856174"/>
              <a:ext cx="914400" cy="9144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6D8704B-CCB2-B1DF-93BD-59DC1BCF081F}"/>
              </a:ext>
            </a:extLst>
          </p:cNvPr>
          <p:cNvGrpSpPr/>
          <p:nvPr/>
        </p:nvGrpSpPr>
        <p:grpSpPr>
          <a:xfrm>
            <a:off x="6310265" y="2166725"/>
            <a:ext cx="2675624" cy="2204672"/>
            <a:chOff x="5814205" y="1856174"/>
            <a:chExt cx="2675624" cy="220467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6EB83D8-1B3A-30A2-B435-1E2244701FF4}"/>
                </a:ext>
              </a:extLst>
            </p:cNvPr>
            <p:cNvSpPr txBox="1"/>
            <p:nvPr/>
          </p:nvSpPr>
          <p:spPr>
            <a:xfrm>
              <a:off x="6163616" y="3046570"/>
              <a:ext cx="1657350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lt1"/>
                  </a:solidFill>
                  <a:latin typeface="+mn-lt"/>
                </a:rPr>
                <a:t>Collaborative</a:t>
              </a:r>
              <a:endParaRPr lang="de-DE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D5B27D-8FD0-BD42-0643-3FB4FF2E1635}"/>
                </a:ext>
              </a:extLst>
            </p:cNvPr>
            <p:cNvSpPr txBox="1"/>
            <p:nvPr/>
          </p:nvSpPr>
          <p:spPr>
            <a:xfrm>
              <a:off x="5814205" y="3507684"/>
              <a:ext cx="2675624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 eaLnBrk="1" fontAlgn="auto" hangingPunct="1">
                <a:spcBef>
                  <a:spcPts val="50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Collaborate with humans and with other agentic AI systems, can understand shared goals, interpret human intent, and coordinate actions accordingly</a:t>
              </a:r>
              <a:endParaRPr lang="de-DE" sz="12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6F831E8-0C1B-73A7-0142-375715001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5091" y="1856174"/>
              <a:ext cx="914400" cy="9144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BC4DBF1-51A8-9A23-4692-20C693E47947}"/>
              </a:ext>
            </a:extLst>
          </p:cNvPr>
          <p:cNvGrpSpPr/>
          <p:nvPr/>
        </p:nvGrpSpPr>
        <p:grpSpPr>
          <a:xfrm>
            <a:off x="9331531" y="2166725"/>
            <a:ext cx="2063195" cy="2204672"/>
            <a:chOff x="8694189" y="1856174"/>
            <a:chExt cx="2063195" cy="220467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EEEF578-B511-8DC0-BEA3-70DF936A30B4}"/>
                </a:ext>
              </a:extLst>
            </p:cNvPr>
            <p:cNvSpPr txBox="1"/>
            <p:nvPr/>
          </p:nvSpPr>
          <p:spPr>
            <a:xfrm>
              <a:off x="8897112" y="3046570"/>
              <a:ext cx="1657350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lt1"/>
                  </a:solidFill>
                  <a:latin typeface="+mn-lt"/>
                </a:rPr>
                <a:t>Specialized</a:t>
              </a:r>
              <a:endParaRPr lang="de-DE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0993884-81DC-6D6A-8773-E03E3A5A9BDC}"/>
                </a:ext>
              </a:extLst>
            </p:cNvPr>
            <p:cNvSpPr txBox="1"/>
            <p:nvPr/>
          </p:nvSpPr>
          <p:spPr>
            <a:xfrm>
              <a:off x="8694189" y="3507684"/>
              <a:ext cx="2063195" cy="5531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 eaLnBrk="1" fontAlgn="auto" hangingPunct="1">
                <a:spcBef>
                  <a:spcPts val="50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Builds upon multiple hyperspecialized agents, with each focused on a narrow area of expertise</a:t>
              </a:r>
              <a:endParaRPr lang="de-DE" sz="12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38BBE82D-367D-0DED-089C-7F15E77F1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97196" y="185617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03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64AA9-C8F3-9A48-D49C-5930D782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87CA5-CEEE-A6A1-F759-4B1167962C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0D38F-EBBF-7EBD-272A-F674646F203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556790-9EE4-65DA-E59B-A137FB9F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of agentic AI</a:t>
            </a:r>
          </a:p>
        </p:txBody>
      </p:sp>
      <p:pic>
        <p:nvPicPr>
          <p:cNvPr id="11" name="Picture 21">
            <a:extLst>
              <a:ext uri="{FF2B5EF4-FFF2-40B4-BE49-F238E27FC236}">
                <a16:creationId xmlns:a16="http://schemas.microsoft.com/office/drawing/2014/main" id="{A0961969-132B-9598-23DE-B86948FBE13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rcRect l="43542" r="1239"/>
          <a:stretch/>
        </p:blipFill>
        <p:spPr>
          <a:xfrm>
            <a:off x="2786044" y="2283896"/>
            <a:ext cx="2298617" cy="2290207"/>
          </a:xfrm>
          <a:prstGeom prst="ellipse">
            <a:avLst/>
          </a:prstGeom>
        </p:spPr>
      </p:pic>
      <p:sp>
        <p:nvSpPr>
          <p:cNvPr id="12" name="Bogen 5">
            <a:extLst>
              <a:ext uri="{FF2B5EF4-FFF2-40B4-BE49-F238E27FC236}">
                <a16:creationId xmlns:a16="http://schemas.microsoft.com/office/drawing/2014/main" id="{5F8819F4-75BC-A625-17C2-07A1A167E537}"/>
              </a:ext>
            </a:extLst>
          </p:cNvPr>
          <p:cNvSpPr/>
          <p:nvPr/>
        </p:nvSpPr>
        <p:spPr>
          <a:xfrm>
            <a:off x="2317189" y="1888294"/>
            <a:ext cx="3161441" cy="3161441"/>
          </a:xfrm>
          <a:prstGeom prst="arc">
            <a:avLst>
              <a:gd name="adj1" fmla="val 21496202"/>
              <a:gd name="adj2" fmla="val 16221773"/>
            </a:avLst>
          </a:prstGeom>
          <a:ln w="12700">
            <a:solidFill>
              <a:srgbClr val="FF9900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Bogen 6">
            <a:extLst>
              <a:ext uri="{FF2B5EF4-FFF2-40B4-BE49-F238E27FC236}">
                <a16:creationId xmlns:a16="http://schemas.microsoft.com/office/drawing/2014/main" id="{C629FD4E-3911-FE7A-2BF1-810AC7C04C82}"/>
              </a:ext>
            </a:extLst>
          </p:cNvPr>
          <p:cNvSpPr/>
          <p:nvPr/>
        </p:nvSpPr>
        <p:spPr>
          <a:xfrm>
            <a:off x="1945680" y="1516785"/>
            <a:ext cx="3904459" cy="3904459"/>
          </a:xfrm>
          <a:prstGeom prst="arc">
            <a:avLst>
              <a:gd name="adj1" fmla="val 13696107"/>
              <a:gd name="adj2" fmla="val 3016676"/>
            </a:avLst>
          </a:prstGeom>
          <a:ln w="12700">
            <a:solidFill>
              <a:srgbClr val="FF9900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4B7E53-C140-0889-35EB-A7916DD32A40}"/>
              </a:ext>
            </a:extLst>
          </p:cNvPr>
          <p:cNvGrpSpPr/>
          <p:nvPr/>
        </p:nvGrpSpPr>
        <p:grpSpPr>
          <a:xfrm>
            <a:off x="5451634" y="2449066"/>
            <a:ext cx="4642798" cy="548640"/>
            <a:chOff x="5348362" y="2286218"/>
            <a:chExt cx="4642798" cy="548640"/>
          </a:xfrm>
        </p:grpSpPr>
        <p:sp>
          <p:nvSpPr>
            <p:cNvPr id="20" name="Textfeld 13">
              <a:extLst>
                <a:ext uri="{FF2B5EF4-FFF2-40B4-BE49-F238E27FC236}">
                  <a16:creationId xmlns:a16="http://schemas.microsoft.com/office/drawing/2014/main" id="{7E633461-164B-2EAA-A874-9EDA69AEFE4E}"/>
                </a:ext>
              </a:extLst>
            </p:cNvPr>
            <p:cNvSpPr txBox="1"/>
            <p:nvPr/>
          </p:nvSpPr>
          <p:spPr>
            <a:xfrm>
              <a:off x="5791811" y="2412537"/>
              <a:ext cx="4199349" cy="42120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noAutofit/>
            </a:bodyPr>
            <a:lstStyle/>
            <a:p>
              <a:pPr lvl="0" defTabSz="914333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Bosch Office Sans" pitchFamily="2" charset="0"/>
                </a:rPr>
                <a:t>Code transformation</a:t>
              </a:r>
              <a:endParaRPr lang="de-DE" sz="1600" kern="0" dirty="0">
                <a:solidFill>
                  <a:schemeClr val="bg1"/>
                </a:solidFill>
                <a:latin typeface="Bosch Office Sans" pitchFamily="2" charset="0"/>
              </a:endParaRPr>
            </a:p>
          </p:txBody>
        </p:sp>
        <p:sp>
          <p:nvSpPr>
            <p:cNvPr id="26" name="Rechteck 7">
              <a:extLst>
                <a:ext uri="{FF2B5EF4-FFF2-40B4-BE49-F238E27FC236}">
                  <a16:creationId xmlns:a16="http://schemas.microsoft.com/office/drawing/2014/main" id="{5DD4B89A-2A3A-935F-B14B-095FD9141B6E}"/>
                </a:ext>
              </a:extLst>
            </p:cNvPr>
            <p:cNvSpPr/>
            <p:nvPr/>
          </p:nvSpPr>
          <p:spPr>
            <a:xfrm>
              <a:off x="5348362" y="2286218"/>
              <a:ext cx="548640" cy="548640"/>
            </a:xfrm>
            <a:prstGeom prst="ellipse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ch Office Sans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8FAFBBE-B7A1-26E5-D298-5FDAFD976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8630" y="2362916"/>
              <a:ext cx="365760" cy="36576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7E90EF-75D4-C446-8E13-6F9F505E5FFA}"/>
              </a:ext>
            </a:extLst>
          </p:cNvPr>
          <p:cNvGrpSpPr/>
          <p:nvPr/>
        </p:nvGrpSpPr>
        <p:grpSpPr>
          <a:xfrm>
            <a:off x="4572796" y="1532901"/>
            <a:ext cx="4656549" cy="548640"/>
            <a:chOff x="4572796" y="1532901"/>
            <a:chExt cx="4656549" cy="548640"/>
          </a:xfrm>
        </p:grpSpPr>
        <p:sp>
          <p:nvSpPr>
            <p:cNvPr id="14" name="Rechteck 7">
              <a:extLst>
                <a:ext uri="{FF2B5EF4-FFF2-40B4-BE49-F238E27FC236}">
                  <a16:creationId xmlns:a16="http://schemas.microsoft.com/office/drawing/2014/main" id="{24E40977-CEE0-6DB1-0D10-216509405757}"/>
                </a:ext>
              </a:extLst>
            </p:cNvPr>
            <p:cNvSpPr/>
            <p:nvPr/>
          </p:nvSpPr>
          <p:spPr>
            <a:xfrm>
              <a:off x="4572796" y="1532901"/>
              <a:ext cx="548640" cy="548640"/>
            </a:xfrm>
            <a:prstGeom prst="ellipse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ch Office Sans" pitchFamily="2" charset="0"/>
              </a:endParaRPr>
            </a:p>
          </p:txBody>
        </p:sp>
        <p:sp>
          <p:nvSpPr>
            <p:cNvPr id="19" name="Textfeld 12">
              <a:extLst>
                <a:ext uri="{FF2B5EF4-FFF2-40B4-BE49-F238E27FC236}">
                  <a16:creationId xmlns:a16="http://schemas.microsoft.com/office/drawing/2014/main" id="{C75866DA-0723-CEA4-E2FB-82C272C44E71}"/>
                </a:ext>
              </a:extLst>
            </p:cNvPr>
            <p:cNvSpPr txBox="1"/>
            <p:nvPr/>
          </p:nvSpPr>
          <p:spPr>
            <a:xfrm>
              <a:off x="5029996" y="1635155"/>
              <a:ext cx="4199349" cy="42120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noAutofit/>
            </a:bodyPr>
            <a:lstStyle/>
            <a:p>
              <a:pPr lvl="0" defTabSz="914333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Bosch Office Sans" pitchFamily="2" charset="0"/>
                </a:rPr>
                <a:t>Supporting research and development</a:t>
              </a: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C517C9C-D048-B469-DB1A-ABFEDE703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3165" y="1606553"/>
              <a:ext cx="365760" cy="36576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35DF3DA-E898-304C-4794-960E82CF503A}"/>
              </a:ext>
            </a:extLst>
          </p:cNvPr>
          <p:cNvGrpSpPr/>
          <p:nvPr/>
        </p:nvGrpSpPr>
        <p:grpSpPr>
          <a:xfrm>
            <a:off x="5006391" y="4719102"/>
            <a:ext cx="4720100" cy="548640"/>
            <a:chOff x="5553516" y="3253694"/>
            <a:chExt cx="4720100" cy="548640"/>
          </a:xfrm>
        </p:grpSpPr>
        <p:sp>
          <p:nvSpPr>
            <p:cNvPr id="21" name="Textfeld 14">
              <a:extLst>
                <a:ext uri="{FF2B5EF4-FFF2-40B4-BE49-F238E27FC236}">
                  <a16:creationId xmlns:a16="http://schemas.microsoft.com/office/drawing/2014/main" id="{457D63E0-6764-66D8-A5EF-741BFA06A5F4}"/>
                </a:ext>
              </a:extLst>
            </p:cNvPr>
            <p:cNvSpPr txBox="1"/>
            <p:nvPr/>
          </p:nvSpPr>
          <p:spPr>
            <a:xfrm>
              <a:off x="6074267" y="3361361"/>
              <a:ext cx="4199349" cy="42120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noAutofit/>
            </a:bodyPr>
            <a:lstStyle/>
            <a:p>
              <a:pPr lvl="0" defTabSz="914333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dirty="0">
                  <a:solidFill>
                    <a:schemeClr val="accent1"/>
                  </a:solidFill>
                  <a:latin typeface="Bosch Office Sans" pitchFamily="2" charset="0"/>
                </a:rPr>
                <a:t>Incident response automation</a:t>
              </a:r>
              <a:endParaRPr lang="de-DE" sz="1600" kern="0" dirty="0">
                <a:solidFill>
                  <a:schemeClr val="accent1"/>
                </a:solidFill>
                <a:latin typeface="Bosch Office Sans" pitchFamily="2" charset="0"/>
              </a:endParaRPr>
            </a:p>
          </p:txBody>
        </p:sp>
        <p:sp>
          <p:nvSpPr>
            <p:cNvPr id="27" name="Rechteck 7">
              <a:extLst>
                <a:ext uri="{FF2B5EF4-FFF2-40B4-BE49-F238E27FC236}">
                  <a16:creationId xmlns:a16="http://schemas.microsoft.com/office/drawing/2014/main" id="{B5A8A5FE-34F7-275B-B7EE-86C2A2E3C58A}"/>
                </a:ext>
              </a:extLst>
            </p:cNvPr>
            <p:cNvSpPr/>
            <p:nvPr/>
          </p:nvSpPr>
          <p:spPr>
            <a:xfrm>
              <a:off x="5553516" y="3253694"/>
              <a:ext cx="548640" cy="548640"/>
            </a:xfrm>
            <a:prstGeom prst="ellipse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ch Office Sans" pitchFamily="2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642D101-9740-686E-38E3-3443D49C2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43359" y="3344969"/>
              <a:ext cx="365760" cy="36576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BB16DC5-D95D-D5E1-62E4-C0D5538B1F35}"/>
              </a:ext>
            </a:extLst>
          </p:cNvPr>
          <p:cNvGrpSpPr/>
          <p:nvPr/>
        </p:nvGrpSpPr>
        <p:grpSpPr>
          <a:xfrm>
            <a:off x="5581902" y="3625840"/>
            <a:ext cx="4666229" cy="589462"/>
            <a:chOff x="5324931" y="4322727"/>
            <a:chExt cx="4666229" cy="589462"/>
          </a:xfrm>
        </p:grpSpPr>
        <p:sp>
          <p:nvSpPr>
            <p:cNvPr id="22" name="Textfeld 15">
              <a:extLst>
                <a:ext uri="{FF2B5EF4-FFF2-40B4-BE49-F238E27FC236}">
                  <a16:creationId xmlns:a16="http://schemas.microsoft.com/office/drawing/2014/main" id="{B93442B0-3243-54EF-08E9-CEE7D2B98FA4}"/>
                </a:ext>
              </a:extLst>
            </p:cNvPr>
            <p:cNvSpPr txBox="1"/>
            <p:nvPr/>
          </p:nvSpPr>
          <p:spPr>
            <a:xfrm>
              <a:off x="5791811" y="4490989"/>
              <a:ext cx="4199349" cy="42120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noAutofit/>
            </a:bodyPr>
            <a:lstStyle/>
            <a:p>
              <a:pPr lvl="0" defTabSz="914333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Bosch Office Sans" pitchFamily="2" charset="0"/>
                </a:rPr>
                <a:t>Customer service automation</a:t>
              </a:r>
              <a:endParaRPr lang="de-DE" sz="1600" kern="0" dirty="0">
                <a:solidFill>
                  <a:schemeClr val="bg1"/>
                </a:solidFill>
                <a:latin typeface="Bosch Office Sans" pitchFamily="2" charset="0"/>
              </a:endParaRPr>
            </a:p>
          </p:txBody>
        </p:sp>
        <p:sp>
          <p:nvSpPr>
            <p:cNvPr id="28" name="Rechteck 7">
              <a:extLst>
                <a:ext uri="{FF2B5EF4-FFF2-40B4-BE49-F238E27FC236}">
                  <a16:creationId xmlns:a16="http://schemas.microsoft.com/office/drawing/2014/main" id="{54294011-2749-BD79-773F-473FD7EC87BF}"/>
                </a:ext>
              </a:extLst>
            </p:cNvPr>
            <p:cNvSpPr/>
            <p:nvPr/>
          </p:nvSpPr>
          <p:spPr>
            <a:xfrm>
              <a:off x="5324931" y="4322727"/>
              <a:ext cx="548640" cy="548640"/>
            </a:xfrm>
            <a:prstGeom prst="ellipse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ch Office Sans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3DCBCBC-528D-5B9E-543C-6E819E46D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16440" y="4394659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951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5679-8361-6E27-090E-EA792D05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9DCF3-D9E8-B87F-49A4-A17A88A2CAA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0B6AB-1968-35D0-5370-803CABE5DE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00424E-3530-663C-3C44-3403972BA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AI Agent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CABF4C-D49F-9D0E-8430-D432B0887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1648349"/>
            <a:ext cx="3602038" cy="3584575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Ask and understand</a:t>
            </a:r>
          </a:p>
          <a:p>
            <a:r>
              <a:rPr lang="en-US" sz="1600" dirty="0"/>
              <a:t>Ask plain-language questions about cloud resources, incidents, and health.</a:t>
            </a:r>
          </a:p>
          <a:p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3F0819-E307-9C4E-3E58-033BFC0318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188" y="1648349"/>
            <a:ext cx="3603625" cy="3584575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Automate incidents</a:t>
            </a:r>
          </a:p>
          <a:p>
            <a:r>
              <a:rPr lang="en-US" sz="1600" dirty="0"/>
              <a:t>Diagnose, mitigate, and resolve incidents across monitoring dashboard or integrated tools. </a:t>
            </a:r>
          </a:p>
          <a:p>
            <a:r>
              <a:rPr lang="en-US" sz="1600" dirty="0"/>
              <a:t>The agent works autonomously or with approvals.</a:t>
            </a:r>
          </a:p>
          <a:p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C2F7B9-6EF7-9F72-E6E8-02ED86A52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6438" y="1648349"/>
            <a:ext cx="3602037" cy="3584575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Stay proactive</a:t>
            </a:r>
          </a:p>
          <a:p>
            <a:r>
              <a:rPr lang="en-US" sz="1600" dirty="0"/>
              <a:t>Agent sends daily summaries of environment health, flags spikes in CPU/memory usage, and identifies resources that don't follow security best practices.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55584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D54E-4739-DD8C-5EAE-B9F0E177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758913E-C591-2D30-2A4B-B52D0A2B46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D08E5E-2C9E-F5C3-C6D8-1127387F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C3AF0729-7F25-804D-84C0-B5080B4E67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Strands Agents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424E1AF-C0E3-5C18-2EBE-7512D302CE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Open-Source AI Agent SDK</a:t>
            </a:r>
          </a:p>
        </p:txBody>
      </p:sp>
    </p:spTree>
    <p:extLst>
      <p:ext uri="{BB962C8B-B14F-4D97-AF65-F5344CB8AC3E}">
        <p14:creationId xmlns:p14="http://schemas.microsoft.com/office/powerpoint/2010/main" val="222049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53C5-4515-DB08-ABD6-004B7C36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6773C-FFE5-A6E3-91C7-1FA445D1BCD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139D1-E4ED-E131-8EB4-746BA81404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C547D736-36C5-C503-1EF1-6498CCC91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Strands Agents core concepts</a:t>
            </a:r>
            <a:endParaRPr lang="en-US" altLang="en-US" dirty="0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9ED30FCF-131D-0E6B-16AF-8D8553AAE3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241300" y="1286581"/>
            <a:ext cx="5668963" cy="4725987"/>
          </a:xfrm>
        </p:spPr>
        <p:txBody>
          <a:bodyPr/>
          <a:lstStyle/>
          <a:p>
            <a:r>
              <a:rPr lang="en-US" dirty="0"/>
              <a:t>The simplest definition of an agent is a combination of three things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</a:t>
            </a:r>
            <a:endParaRPr lang="en-US" alt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Tools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Prompt</a:t>
            </a:r>
          </a:p>
          <a:p>
            <a:r>
              <a:rPr lang="en-US" dirty="0"/>
              <a:t>The agent uses these three components to complete a task, often autonomously</a:t>
            </a:r>
            <a:endParaRPr lang="en-US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57B0B0-1FE9-2308-0FF9-23995DBA6D5C}"/>
              </a:ext>
            </a:extLst>
          </p:cNvPr>
          <p:cNvGrpSpPr/>
          <p:nvPr/>
        </p:nvGrpSpPr>
        <p:grpSpPr>
          <a:xfrm>
            <a:off x="6388129" y="1015898"/>
            <a:ext cx="5447902" cy="3151062"/>
            <a:chOff x="6407378" y="1434095"/>
            <a:chExt cx="5447902" cy="315106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03B0CAE-60FD-FBE6-65A1-F767B6250BE4}"/>
                </a:ext>
              </a:extLst>
            </p:cNvPr>
            <p:cNvSpPr/>
            <p:nvPr/>
          </p:nvSpPr>
          <p:spPr>
            <a:xfrm>
              <a:off x="8465344" y="2661428"/>
              <a:ext cx="1064419" cy="5500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C1D9FE1-36F4-572C-6FE6-24A5885E361D}"/>
                </a:ext>
              </a:extLst>
            </p:cNvPr>
            <p:cNvSpPr/>
            <p:nvPr/>
          </p:nvSpPr>
          <p:spPr>
            <a:xfrm>
              <a:off x="6777037" y="2675815"/>
              <a:ext cx="1064419" cy="535682"/>
            </a:xfrm>
            <a:prstGeom prst="round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Prompt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0CB4B7B-3E5F-CF5D-B405-A82B8329DA9B}"/>
                </a:ext>
              </a:extLst>
            </p:cNvPr>
            <p:cNvSpPr/>
            <p:nvPr/>
          </p:nvSpPr>
          <p:spPr>
            <a:xfrm>
              <a:off x="10491891" y="3348104"/>
              <a:ext cx="1064419" cy="550069"/>
            </a:xfrm>
            <a:prstGeom prst="round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Tools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AB49D43-A16B-3FCD-8DA8-4EA08BA6CB97}"/>
                </a:ext>
              </a:extLst>
            </p:cNvPr>
            <p:cNvSpPr/>
            <p:nvPr/>
          </p:nvSpPr>
          <p:spPr>
            <a:xfrm>
              <a:off x="10491891" y="2041360"/>
              <a:ext cx="1064419" cy="550069"/>
            </a:xfrm>
            <a:prstGeom prst="round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Model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BAAA931-DA7A-472C-42EC-27D5C10F5D58}"/>
                </a:ext>
              </a:extLst>
            </p:cNvPr>
            <p:cNvCxnSpPr>
              <a:cxnSpLocks/>
            </p:cNvCxnSpPr>
            <p:nvPr/>
          </p:nvCxnSpPr>
          <p:spPr>
            <a:xfrm>
              <a:off x="7981813" y="2957427"/>
              <a:ext cx="41444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9E6CD8-0BBE-30E9-10D7-4D1050CD9DE6}"/>
                </a:ext>
              </a:extLst>
            </p:cNvPr>
            <p:cNvCxnSpPr>
              <a:cxnSpLocks/>
            </p:cNvCxnSpPr>
            <p:nvPr/>
          </p:nvCxnSpPr>
          <p:spPr>
            <a:xfrm>
              <a:off x="9613107" y="3023697"/>
              <a:ext cx="795440" cy="515634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440367-CF17-107A-8858-F22412FAE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3107" y="2328932"/>
              <a:ext cx="795440" cy="524995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C98B7EB-45C4-AFA8-A055-CC8CF95B6CB1}"/>
                </a:ext>
              </a:extLst>
            </p:cNvPr>
            <p:cNvSpPr/>
            <p:nvPr/>
          </p:nvSpPr>
          <p:spPr>
            <a:xfrm>
              <a:off x="6407378" y="1434095"/>
              <a:ext cx="5447902" cy="3151062"/>
            </a:xfrm>
            <a:prstGeom prst="round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289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32F6-22F2-E08A-94EA-9B288DD2B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1F4033E-14C9-91D4-E7EF-4F1F86B5D6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77E7B-0072-1100-8FAB-69A6CD041D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4033" name="Title 4">
            <a:extLst>
              <a:ext uri="{FF2B5EF4-FFF2-40B4-BE49-F238E27FC236}">
                <a16:creationId xmlns:a16="http://schemas.microsoft.com/office/drawing/2014/main" id="{B33A3932-F259-82AC-A160-7C0811E00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Strands Agents main components</a:t>
            </a:r>
            <a:endParaRPr lang="en-US" altLang="en-US" dirty="0"/>
          </a:p>
        </p:txBody>
      </p:sp>
      <p:sp>
        <p:nvSpPr>
          <p:cNvPr id="44034" name="Content Placeholder 5">
            <a:extLst>
              <a:ext uri="{FF2B5EF4-FFF2-40B4-BE49-F238E27FC236}">
                <a16:creationId xmlns:a16="http://schemas.microsoft.com/office/drawing/2014/main" id="{4008F735-1C6D-FAFC-D07B-062678FCD0C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en-US" altLang="en-US" dirty="0"/>
            </a:br>
            <a:r>
              <a:rPr lang="en-US" altLang="en-US" sz="4000" b="1" dirty="0">
                <a:solidFill>
                  <a:schemeClr val="accent1"/>
                </a:solidFill>
              </a:rPr>
              <a:t>1 Model</a:t>
            </a:r>
          </a:p>
          <a:p>
            <a:r>
              <a:rPr lang="en-US" sz="2000" dirty="0"/>
              <a:t>Strands offers flexible model support. </a:t>
            </a:r>
          </a:p>
          <a:p>
            <a:r>
              <a:rPr lang="en-US" sz="2000" dirty="0"/>
              <a:t>You can additionally define your own custom model provider with Strands. (</a:t>
            </a:r>
            <a:r>
              <a:rPr lang="en-US" sz="2000" dirty="0" err="1"/>
              <a:t>Ollama</a:t>
            </a:r>
            <a:r>
              <a:rPr lang="en-US" sz="2000" dirty="0"/>
              <a:t>, Open AI, Anthropic, etc.)</a:t>
            </a:r>
            <a:endParaRPr lang="en-US" altLang="en-US" sz="2000" dirty="0"/>
          </a:p>
        </p:txBody>
      </p:sp>
      <p:sp>
        <p:nvSpPr>
          <p:cNvPr id="44035" name="Content Placeholder 6">
            <a:extLst>
              <a:ext uri="{FF2B5EF4-FFF2-40B4-BE49-F238E27FC236}">
                <a16:creationId xmlns:a16="http://schemas.microsoft.com/office/drawing/2014/main" id="{B490C032-4A52-2F4D-1CA8-8B14723E57F4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/>
        <p:txBody>
          <a:bodyPr/>
          <a:lstStyle/>
          <a:p>
            <a:br>
              <a:rPr lang="en-US" altLang="en-US" dirty="0"/>
            </a:br>
            <a:r>
              <a:rPr lang="en-US" altLang="en-US" sz="4000" b="1" dirty="0">
                <a:solidFill>
                  <a:schemeClr val="accent1"/>
                </a:solidFill>
              </a:rPr>
              <a:t>2 Tools</a:t>
            </a:r>
          </a:p>
          <a:p>
            <a:r>
              <a:rPr lang="en-US" sz="2000" dirty="0"/>
              <a:t>You can choose from thousands of published </a:t>
            </a:r>
            <a:r>
              <a:rPr lang="en-US" sz="2000" u="sng" dirty="0">
                <a:hlinkClick r:id="rId2"/>
              </a:rPr>
              <a:t>Model Context Protocol (MCP)</a:t>
            </a:r>
            <a:r>
              <a:rPr lang="en-US" sz="2000" dirty="0"/>
              <a:t> servers to use as tools for your agent</a:t>
            </a:r>
            <a:r>
              <a:rPr lang="en-US" dirty="0"/>
              <a:t>.</a:t>
            </a:r>
            <a:endParaRPr lang="en-US" altLang="en-US" dirty="0"/>
          </a:p>
        </p:txBody>
      </p:sp>
      <p:sp>
        <p:nvSpPr>
          <p:cNvPr id="44036" name="Content Placeholder 7">
            <a:extLst>
              <a:ext uri="{FF2B5EF4-FFF2-40B4-BE49-F238E27FC236}">
                <a16:creationId xmlns:a16="http://schemas.microsoft.com/office/drawing/2014/main" id="{C4725AF4-C230-08E3-7BE5-43E4766B9894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/>
        <p:txBody>
          <a:bodyPr/>
          <a:lstStyle/>
          <a:p>
            <a:br>
              <a:rPr lang="en-US" altLang="en-US" dirty="0"/>
            </a:br>
            <a:r>
              <a:rPr lang="en-US" altLang="en-US" sz="4000" b="1" dirty="0">
                <a:solidFill>
                  <a:schemeClr val="accent1"/>
                </a:solidFill>
              </a:rPr>
              <a:t>3 Prompt</a:t>
            </a:r>
          </a:p>
          <a:p>
            <a:r>
              <a:rPr lang="en-US" sz="2000" dirty="0"/>
              <a:t>You provide a natural language prompt that defines the task for your agent, such as answering a question from an end user. 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51149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1A6F-BF96-F64E-2F5B-83E606F1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50A1D1-C2EF-1A38-EBF2-17F634AFD3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90AAD-23EA-93C9-C159-0559A1A122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4033" name="Title 4">
            <a:extLst>
              <a:ext uri="{FF2B5EF4-FFF2-40B4-BE49-F238E27FC236}">
                <a16:creationId xmlns:a16="http://schemas.microsoft.com/office/drawing/2014/main" id="{FCC3C5BD-E1DC-8253-80B3-7E9F10D0C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Strands Agents main components</a:t>
            </a:r>
            <a:endParaRPr lang="en-US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0CEB7A6-FE77-6C4D-C37C-37BEF88B6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43" y="1186109"/>
            <a:ext cx="7546713" cy="374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B769FE-8533-FB40-6598-E315E05EAA82}"/>
              </a:ext>
            </a:extLst>
          </p:cNvPr>
          <p:cNvSpPr txBox="1"/>
          <p:nvPr/>
        </p:nvSpPr>
        <p:spPr>
          <a:xfrm>
            <a:off x="241300" y="5241650"/>
            <a:ext cx="1170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Introducing Strands Agents, an Open Source AI Agents SDK | AWS Open Source Blog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330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7052-8E94-BC7A-1C9C-B05FDB20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8BA67BB-D4A1-1646-EAB4-139CF83211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78AEC-21E9-08F3-63D7-5B295D8A2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CD4B886E-4B84-80EE-2482-AE55C7F28C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AWS Bedrock AgentCore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C096301-7041-6DDC-6DBB-B9A697318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14095"/>
            <a:ext cx="8865468" cy="523220"/>
          </a:xfrm>
        </p:spPr>
        <p:txBody>
          <a:bodyPr/>
          <a:lstStyle/>
          <a:p>
            <a:r>
              <a:rPr lang="en-US" dirty="0"/>
              <a:t>An agentic platform for highly effective agents</a:t>
            </a:r>
          </a:p>
        </p:txBody>
      </p:sp>
    </p:spTree>
    <p:extLst>
      <p:ext uri="{BB962C8B-B14F-4D97-AF65-F5344CB8AC3E}">
        <p14:creationId xmlns:p14="http://schemas.microsoft.com/office/powerpoint/2010/main" val="190915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8926-EFF6-9344-CA54-B5AB4E6D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1904FD6-6CE1-013C-63AD-6E3F887BBB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57A89-828A-7304-28DD-DDC2310699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4033" name="Title 4">
            <a:extLst>
              <a:ext uri="{FF2B5EF4-FFF2-40B4-BE49-F238E27FC236}">
                <a16:creationId xmlns:a16="http://schemas.microsoft.com/office/drawing/2014/main" id="{81CFD37F-E061-285E-CEF3-69D4EB6BE7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Amazon Bedrock AgentCore?</a:t>
            </a:r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285F3-9A51-D58F-982E-52A4A4DC3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96" y="1009650"/>
            <a:ext cx="6667753" cy="51409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B216AD-6D7E-EC9F-0E95-E48CA1F268C8}"/>
              </a:ext>
            </a:extLst>
          </p:cNvPr>
          <p:cNvSpPr txBox="1"/>
          <p:nvPr/>
        </p:nvSpPr>
        <p:spPr>
          <a:xfrm>
            <a:off x="7267575" y="1148516"/>
            <a:ext cx="4229100" cy="132802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agentic platform for building, deploying, and operating effective agents  with enterprise-grade security and dynamic 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6B7D2-1A54-1C3C-5836-DC15099B466E}"/>
              </a:ext>
            </a:extLst>
          </p:cNvPr>
          <p:cNvSpPr txBox="1"/>
          <p:nvPr/>
        </p:nvSpPr>
        <p:spPr>
          <a:xfrm>
            <a:off x="7267575" y="2642431"/>
            <a:ext cx="4229100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Faster time to value</a:t>
            </a:r>
          </a:p>
          <a:p>
            <a:pPr marL="285750" indent="-285750">
              <a:lnSpc>
                <a:spcPct val="200000"/>
              </a:lnSpc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Flexibility and interoperability</a:t>
            </a:r>
          </a:p>
          <a:p>
            <a:pPr marL="285750" indent="-285750">
              <a:lnSpc>
                <a:spcPct val="200000"/>
              </a:lnSpc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Security and trust at scale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269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02E4-7ABD-F978-4D1E-9FF1427C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48748FA-DC73-665F-73A2-FD7C3BAF05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D7BFB-10A1-489F-F069-3754D67E6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0A87FB6D-869D-8DA7-C7BA-610E4BA4D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Implementation Plan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722E08C-2598-4D13-2798-A19D70548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14095"/>
            <a:ext cx="8865468" cy="523220"/>
          </a:xfrm>
        </p:spPr>
        <p:txBody>
          <a:bodyPr/>
          <a:lstStyle/>
          <a:p>
            <a:r>
              <a:rPr lang="en-US" dirty="0"/>
              <a:t>Timeline with objectives</a:t>
            </a:r>
          </a:p>
        </p:txBody>
      </p:sp>
    </p:spTree>
    <p:extLst>
      <p:ext uri="{BB962C8B-B14F-4D97-AF65-F5344CB8AC3E}">
        <p14:creationId xmlns:p14="http://schemas.microsoft.com/office/powerpoint/2010/main" val="76668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67F11-6C71-3ECC-211F-0054B3C0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0BE4B4-F156-0BED-DBF3-37CD2277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4D3F57-872E-CD5B-1A96-AC7AF44C0B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951834-378C-9F88-A313-3DB2136C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8451EF65-03E2-18EA-1112-AE8E6A209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054961"/>
              </p:ext>
            </p:extLst>
          </p:nvPr>
        </p:nvGraphicFramePr>
        <p:xfrm>
          <a:off x="1921879" y="3523304"/>
          <a:ext cx="7541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96">
                  <a:extLst>
                    <a:ext uri="{9D8B030D-6E8A-4147-A177-3AD203B41FA5}">
                      <a16:colId xmlns:a16="http://schemas.microsoft.com/office/drawing/2014/main" val="769284438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1270405358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3272191252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3830149901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336688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bg1"/>
                          </a:solidFill>
                          <a:latin typeface="+mj-lt"/>
                        </a:rPr>
                        <a:t>2025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bg1"/>
                          </a:solidFill>
                          <a:latin typeface="+mj-lt"/>
                        </a:rPr>
                        <a:t>Oct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bg1"/>
                          </a:solidFill>
                          <a:latin typeface="+mj-lt"/>
                        </a:rPr>
                        <a:t>Nov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bg1"/>
                          </a:solidFill>
                          <a:latin typeface="+mj-lt"/>
                        </a:rPr>
                        <a:t>Dec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latin typeface="+mj-lt"/>
                        </a:rPr>
                        <a:t>2026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86277"/>
                  </a:ext>
                </a:extLst>
              </a:tr>
            </a:tbl>
          </a:graphicData>
        </a:graphic>
      </p:graphicFrame>
      <p:sp>
        <p:nvSpPr>
          <p:cNvPr id="5" name="TextBox 7">
            <a:extLst>
              <a:ext uri="{FF2B5EF4-FFF2-40B4-BE49-F238E27FC236}">
                <a16:creationId xmlns:a16="http://schemas.microsoft.com/office/drawing/2014/main" id="{4CBF474F-1C6E-AE7E-107E-24A90163EEF8}"/>
              </a:ext>
            </a:extLst>
          </p:cNvPr>
          <p:cNvSpPr txBox="1"/>
          <p:nvPr/>
        </p:nvSpPr>
        <p:spPr>
          <a:xfrm>
            <a:off x="8004650" y="3202303"/>
            <a:ext cx="768755" cy="256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400" b="1" i="0" u="none" strike="noStrike" kern="0" cap="none" spc="0" normalizeH="0" baseline="0" noProof="0" dirty="0">
                <a:solidFill>
                  <a:schemeClr val="accent1"/>
                </a:solidFill>
                <a:effectLst/>
                <a:uLnTx/>
                <a:uFillTx/>
                <a:latin typeface="+mj-lt"/>
              </a:rPr>
              <a:t>Demo</a:t>
            </a:r>
          </a:p>
        </p:txBody>
      </p:sp>
      <p:cxnSp>
        <p:nvCxnSpPr>
          <p:cNvPr id="12" name="Gerader Verbinder 25__">
            <a:extLst>
              <a:ext uri="{FF2B5EF4-FFF2-40B4-BE49-F238E27FC236}">
                <a16:creationId xmlns:a16="http://schemas.microsoft.com/office/drawing/2014/main" id="{661E9E6F-EE5A-3785-BD31-F616C4703C16}"/>
              </a:ext>
            </a:extLst>
          </p:cNvPr>
          <p:cNvCxnSpPr>
            <a:cxnSpLocks/>
          </p:cNvCxnSpPr>
          <p:nvPr/>
        </p:nvCxnSpPr>
        <p:spPr>
          <a:xfrm>
            <a:off x="3421489" y="1825875"/>
            <a:ext cx="0" cy="187826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cxnSp>
        <p:nvCxnSpPr>
          <p:cNvPr id="14" name="Gerader Verbinder 25">
            <a:extLst>
              <a:ext uri="{FF2B5EF4-FFF2-40B4-BE49-F238E27FC236}">
                <a16:creationId xmlns:a16="http://schemas.microsoft.com/office/drawing/2014/main" id="{3F012BEE-8EEA-F04C-20E8-888B50C02BD8}"/>
              </a:ext>
            </a:extLst>
          </p:cNvPr>
          <p:cNvCxnSpPr>
            <a:cxnSpLocks/>
          </p:cNvCxnSpPr>
          <p:nvPr/>
        </p:nvCxnSpPr>
        <p:spPr>
          <a:xfrm>
            <a:off x="4940689" y="3704138"/>
            <a:ext cx="0" cy="1879200"/>
          </a:xfrm>
          <a:prstGeom prst="line">
            <a:avLst/>
          </a:prstGeom>
          <a:solidFill>
            <a:srgbClr val="424C58"/>
          </a:solidFill>
          <a:ln w="12700">
            <a:solidFill>
              <a:schemeClr val="bg1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sp>
        <p:nvSpPr>
          <p:cNvPr id="15" name="Ellipse 19_">
            <a:extLst>
              <a:ext uri="{FF2B5EF4-FFF2-40B4-BE49-F238E27FC236}">
                <a16:creationId xmlns:a16="http://schemas.microsoft.com/office/drawing/2014/main" id="{744DA40C-A42D-EA13-0C7A-EA62406571D9}"/>
              </a:ext>
            </a:extLst>
          </p:cNvPr>
          <p:cNvSpPr/>
          <p:nvPr/>
        </p:nvSpPr>
        <p:spPr>
          <a:xfrm>
            <a:off x="4881289" y="3649397"/>
            <a:ext cx="118800" cy="11865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de-DE" kern="0">
              <a:solidFill>
                <a:srgbClr val="000000"/>
              </a:solidFill>
              <a:latin typeface="+mn-lt"/>
            </a:endParaRPr>
          </a:p>
        </p:txBody>
      </p:sp>
      <p:cxnSp>
        <p:nvCxnSpPr>
          <p:cNvPr id="16" name="Gerader Verbinder 25___">
            <a:extLst>
              <a:ext uri="{FF2B5EF4-FFF2-40B4-BE49-F238E27FC236}">
                <a16:creationId xmlns:a16="http://schemas.microsoft.com/office/drawing/2014/main" id="{3F68DABF-EA4F-05D7-8BA9-C5A8E191D240}"/>
              </a:ext>
            </a:extLst>
          </p:cNvPr>
          <p:cNvCxnSpPr>
            <a:cxnSpLocks/>
          </p:cNvCxnSpPr>
          <p:nvPr/>
        </p:nvCxnSpPr>
        <p:spPr>
          <a:xfrm>
            <a:off x="6449217" y="1825874"/>
            <a:ext cx="0" cy="187826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sp>
        <p:nvSpPr>
          <p:cNvPr id="17" name="Ellipse 19__">
            <a:extLst>
              <a:ext uri="{FF2B5EF4-FFF2-40B4-BE49-F238E27FC236}">
                <a16:creationId xmlns:a16="http://schemas.microsoft.com/office/drawing/2014/main" id="{BF6E4532-704E-A5E2-F700-250DE16E330F}"/>
              </a:ext>
            </a:extLst>
          </p:cNvPr>
          <p:cNvSpPr/>
          <p:nvPr/>
        </p:nvSpPr>
        <p:spPr>
          <a:xfrm>
            <a:off x="6398443" y="3649397"/>
            <a:ext cx="118800" cy="11865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8" name="Gerader Verbinder 25_">
            <a:extLst>
              <a:ext uri="{FF2B5EF4-FFF2-40B4-BE49-F238E27FC236}">
                <a16:creationId xmlns:a16="http://schemas.microsoft.com/office/drawing/2014/main" id="{BA0EA3B5-929F-1AD3-4136-21B5952B434B}"/>
              </a:ext>
            </a:extLst>
          </p:cNvPr>
          <p:cNvCxnSpPr>
            <a:cxnSpLocks/>
          </p:cNvCxnSpPr>
          <p:nvPr/>
        </p:nvCxnSpPr>
        <p:spPr>
          <a:xfrm>
            <a:off x="7945250" y="3242274"/>
            <a:ext cx="0" cy="99526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sp>
        <p:nvSpPr>
          <p:cNvPr id="19" name="Ellipse 19___">
            <a:extLst>
              <a:ext uri="{FF2B5EF4-FFF2-40B4-BE49-F238E27FC236}">
                <a16:creationId xmlns:a16="http://schemas.microsoft.com/office/drawing/2014/main" id="{B6B964D4-9092-0C25-DC81-19D163A76376}"/>
              </a:ext>
            </a:extLst>
          </p:cNvPr>
          <p:cNvSpPr/>
          <p:nvPr/>
        </p:nvSpPr>
        <p:spPr>
          <a:xfrm>
            <a:off x="7885850" y="3649397"/>
            <a:ext cx="118800" cy="11865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Ellipse 19">
            <a:extLst>
              <a:ext uri="{FF2B5EF4-FFF2-40B4-BE49-F238E27FC236}">
                <a16:creationId xmlns:a16="http://schemas.microsoft.com/office/drawing/2014/main" id="{2273942B-65E4-7417-06E2-868DEAD899B4}"/>
              </a:ext>
            </a:extLst>
          </p:cNvPr>
          <p:cNvSpPr/>
          <p:nvPr/>
        </p:nvSpPr>
        <p:spPr>
          <a:xfrm>
            <a:off x="3367853" y="3644810"/>
            <a:ext cx="118800" cy="11865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5" name="Inhaltsplatzhalter 5">
            <a:extLst>
              <a:ext uri="{FF2B5EF4-FFF2-40B4-BE49-F238E27FC236}">
                <a16:creationId xmlns:a16="http://schemas.microsoft.com/office/drawing/2014/main" id="{9D2F52EF-877E-6B2F-24BF-46F0698D93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082259"/>
              </p:ext>
            </p:extLst>
          </p:nvPr>
        </p:nvGraphicFramePr>
        <p:xfrm>
          <a:off x="3548348" y="1823272"/>
          <a:ext cx="2438384" cy="1144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84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PoC</a:t>
                      </a:r>
                      <a:r>
                        <a:rPr kumimoji="0" lang="de-DE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84A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kumimoji="0" lang="de-DE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884A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Ideas Propose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Form team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ASW resources setup</a:t>
                      </a:r>
                      <a:endParaRPr kumimoji="0" lang="de-DE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aphicFrame>
        <p:nvGraphicFramePr>
          <p:cNvPr id="26" name="Inhaltsplatzhalter 5">
            <a:extLst>
              <a:ext uri="{FF2B5EF4-FFF2-40B4-BE49-F238E27FC236}">
                <a16:creationId xmlns:a16="http://schemas.microsoft.com/office/drawing/2014/main" id="{263B0ED4-32CC-8D88-80E2-202DB3C0C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7334448"/>
              </p:ext>
            </p:extLst>
          </p:nvPr>
        </p:nvGraphicFramePr>
        <p:xfrm>
          <a:off x="5050017" y="4575392"/>
          <a:ext cx="3326231" cy="1144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231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Deployment</a:t>
                      </a:r>
                      <a:endParaRPr kumimoji="0" lang="de-DE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884A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Host agent on Bedrock AgentCore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Front-end development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Agentic components development</a:t>
                      </a:r>
                      <a:endParaRPr kumimoji="0" lang="de-DE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aphicFrame>
        <p:nvGraphicFramePr>
          <p:cNvPr id="27" name="Inhaltsplatzhalter 5">
            <a:extLst>
              <a:ext uri="{FF2B5EF4-FFF2-40B4-BE49-F238E27FC236}">
                <a16:creationId xmlns:a16="http://schemas.microsoft.com/office/drawing/2014/main" id="{7AD694BD-9125-F93C-5C49-23050D9917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04628"/>
              </p:ext>
            </p:extLst>
          </p:nvPr>
        </p:nvGraphicFramePr>
        <p:xfrm>
          <a:off x="6577121" y="1834110"/>
          <a:ext cx="2437338" cy="129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338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Detect-React Workflow</a:t>
                      </a:r>
                      <a:endParaRPr kumimoji="0" lang="de-DE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884A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Initial Design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Details Implement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Scenarios Testing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Agent Improvement</a:t>
                      </a: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337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16282-361F-9091-493F-04A7AA2F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829DACF-7889-235B-1059-F45262D01B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70A02D-3225-8380-DE37-696C4750C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C70F7644-F0A4-C45B-EF47-E76AF3F818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Architecture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D79E032-7BD7-C655-A603-BC3588D7A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14095"/>
            <a:ext cx="8865468" cy="523220"/>
          </a:xfrm>
        </p:spPr>
        <p:txBody>
          <a:bodyPr/>
          <a:lstStyle/>
          <a:p>
            <a:r>
              <a:rPr lang="en-US" dirty="0"/>
              <a:t>An initial overview of the designed system</a:t>
            </a:r>
          </a:p>
        </p:txBody>
      </p:sp>
    </p:spTree>
    <p:extLst>
      <p:ext uri="{BB962C8B-B14F-4D97-AF65-F5344CB8AC3E}">
        <p14:creationId xmlns:p14="http://schemas.microsoft.com/office/powerpoint/2010/main" val="261105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93FE-52D8-0E50-B8C4-650297C5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42EE7D-F6E8-2A15-EA7C-6D3F9A63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31900E-15F0-12C4-522B-5842F622F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EFE4179-6F17-7FAE-CC0D-3D6A374D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– v1</a:t>
            </a:r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90E1555-A920-7A45-B05F-AABB8FC7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47" y="1045962"/>
            <a:ext cx="6989306" cy="52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42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4934-BB25-8E99-CB06-0A524FBD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BEB9A5-768C-518E-CF2C-2C933A37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F2F62-8BFA-7133-77A4-622885D7C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BC5BDD-93CE-6C68-1F3B-B0A94C576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– v2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1C28E-2F5D-70FF-87AC-CDBAAB8F1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48" y="1009650"/>
            <a:ext cx="9380704" cy="52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0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01092-6F4F-D22B-E853-9EC84990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CFA92D-8826-A355-56A7-B4C60189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8936D-9CEF-56EE-0E59-25E658E2C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9221BA-517B-973E-5135-618BEA17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– RAG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951F0-6AD4-AED5-7E74-38DBA718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006"/>
            <a:ext cx="12192000" cy="45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8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6F1E6-51FA-D49D-0BD2-DCB9926D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8FCFF9-818B-512F-CA4C-9D2A3AEB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3E937-D6D4-7798-C190-8883FD308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5D46C9-A061-778D-2426-022F9A56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– Detect React workflow</a:t>
            </a:r>
          </a:p>
        </p:txBody>
      </p:sp>
    </p:spTree>
    <p:extLst>
      <p:ext uri="{BB962C8B-B14F-4D97-AF65-F5344CB8AC3E}">
        <p14:creationId xmlns:p14="http://schemas.microsoft.com/office/powerpoint/2010/main" val="79815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3D04-85DE-0865-31A3-3B76851F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B149BDE-6CC5-B28D-536A-1BF4BBC470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9ACB5E-2A87-567B-3790-285867E6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1396D2CD-C7A0-4AA6-F8F8-B98DC54CE3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Cost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6B811EB-A8FB-E23A-B07F-888598680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14095"/>
            <a:ext cx="8865468" cy="523220"/>
          </a:xfrm>
        </p:spPr>
        <p:txBody>
          <a:bodyPr/>
          <a:lstStyle/>
          <a:p>
            <a:r>
              <a:rPr lang="en-US" dirty="0"/>
              <a:t>Summary of </a:t>
            </a:r>
            <a:r>
              <a:rPr lang="en-US"/>
              <a:t>AWS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2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AB074-A843-2A4F-1703-02C65E08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45ABEC-E5D7-9D72-119B-BDD554E9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907037-E8A7-8913-02C3-3608D31FC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2B78111-9C93-76FB-DB06-3CC18201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266270-9DF7-14F4-9962-F4CE50BF9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934373"/>
              </p:ext>
            </p:extLst>
          </p:nvPr>
        </p:nvGraphicFramePr>
        <p:xfrm>
          <a:off x="241300" y="1484727"/>
          <a:ext cx="11709400" cy="3715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880">
                  <a:extLst>
                    <a:ext uri="{9D8B030D-6E8A-4147-A177-3AD203B41FA5}">
                      <a16:colId xmlns:a16="http://schemas.microsoft.com/office/drawing/2014/main" val="4049307269"/>
                    </a:ext>
                  </a:extLst>
                </a:gridCol>
                <a:gridCol w="2341880">
                  <a:extLst>
                    <a:ext uri="{9D8B030D-6E8A-4147-A177-3AD203B41FA5}">
                      <a16:colId xmlns:a16="http://schemas.microsoft.com/office/drawing/2014/main" val="1534573087"/>
                    </a:ext>
                  </a:extLst>
                </a:gridCol>
                <a:gridCol w="2341880">
                  <a:extLst>
                    <a:ext uri="{9D8B030D-6E8A-4147-A177-3AD203B41FA5}">
                      <a16:colId xmlns:a16="http://schemas.microsoft.com/office/drawing/2014/main" val="2115665499"/>
                    </a:ext>
                  </a:extLst>
                </a:gridCol>
                <a:gridCol w="2341880">
                  <a:extLst>
                    <a:ext uri="{9D8B030D-6E8A-4147-A177-3AD203B41FA5}">
                      <a16:colId xmlns:a16="http://schemas.microsoft.com/office/drawing/2014/main" val="1660798531"/>
                    </a:ext>
                  </a:extLst>
                </a:gridCol>
                <a:gridCol w="2341880">
                  <a:extLst>
                    <a:ext uri="{9D8B030D-6E8A-4147-A177-3AD203B41FA5}">
                      <a16:colId xmlns:a16="http://schemas.microsoft.com/office/drawing/2014/main" val="4288933905"/>
                    </a:ext>
                  </a:extLst>
                </a:gridCol>
              </a:tblGrid>
              <a:tr h="3377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Service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Minimum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Typical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Maximum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76247323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Bedrock AgentCore Runtime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$150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$225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$300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Active consumption-based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55845949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Bedrock Claude Sonnet 4.5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$900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$1,125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$1,500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Token-based pricing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19326651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ECR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$0.50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$1.00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$2.00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Container storage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761292917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Bedrock Knowledge Base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$50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$75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$100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Vectorization + queries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14625118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OpenSearch Service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$300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 database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56146911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S3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$2.50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$3.50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$5.00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Document storage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29560090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CloudWatch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Monitoring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04452828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Lambda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$2.50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Serverless functions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24349661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Cognito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$0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$7.50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User authentication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25586116"/>
                  </a:ext>
                </a:extLst>
              </a:tr>
              <a:tr h="33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Amplify</a:t>
                      </a:r>
                      <a:endParaRPr lang="en-US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$12.50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$20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Frontend hosting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71902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49A1CF-4553-9857-B7FB-B232B49AB2A2}"/>
              </a:ext>
            </a:extLst>
          </p:cNvPr>
          <p:cNvSpPr txBox="1"/>
          <p:nvPr/>
        </p:nvSpPr>
        <p:spPr>
          <a:xfrm>
            <a:off x="241300" y="5304844"/>
            <a:ext cx="1170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Average monthly costs estimated based on AWS pricing: </a:t>
            </a:r>
            <a:r>
              <a:rPr lang="en-US" b="1" dirty="0">
                <a:solidFill>
                  <a:schemeClr val="accent1"/>
                </a:solidFill>
              </a:rPr>
              <a:t>~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$1,700/month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929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B607-37E1-3153-4146-89A27C7A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1CEBAD-6FA1-56F9-589D-C903D5EE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42A67-4BEE-594F-DC54-A7D4E140C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3582C1-56BF-50B9-631F-30DA2CF0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Pricing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278874-C4C3-5AF2-8930-4BA909945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01650"/>
              </p:ext>
            </p:extLst>
          </p:nvPr>
        </p:nvGraphicFramePr>
        <p:xfrm>
          <a:off x="241300" y="2115503"/>
          <a:ext cx="11518563" cy="2626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509">
                  <a:extLst>
                    <a:ext uri="{9D8B030D-6E8A-4147-A177-3AD203B41FA5}">
                      <a16:colId xmlns:a16="http://schemas.microsoft.com/office/drawing/2014/main" val="1015420070"/>
                    </a:ext>
                  </a:extLst>
                </a:gridCol>
                <a:gridCol w="1645509">
                  <a:extLst>
                    <a:ext uri="{9D8B030D-6E8A-4147-A177-3AD203B41FA5}">
                      <a16:colId xmlns:a16="http://schemas.microsoft.com/office/drawing/2014/main" val="3363878854"/>
                    </a:ext>
                  </a:extLst>
                </a:gridCol>
                <a:gridCol w="1645509">
                  <a:extLst>
                    <a:ext uri="{9D8B030D-6E8A-4147-A177-3AD203B41FA5}">
                      <a16:colId xmlns:a16="http://schemas.microsoft.com/office/drawing/2014/main" val="2394991635"/>
                    </a:ext>
                  </a:extLst>
                </a:gridCol>
                <a:gridCol w="1645509">
                  <a:extLst>
                    <a:ext uri="{9D8B030D-6E8A-4147-A177-3AD203B41FA5}">
                      <a16:colId xmlns:a16="http://schemas.microsoft.com/office/drawing/2014/main" val="1615871199"/>
                    </a:ext>
                  </a:extLst>
                </a:gridCol>
                <a:gridCol w="1645509">
                  <a:extLst>
                    <a:ext uri="{9D8B030D-6E8A-4147-A177-3AD203B41FA5}">
                      <a16:colId xmlns:a16="http://schemas.microsoft.com/office/drawing/2014/main" val="1878726200"/>
                    </a:ext>
                  </a:extLst>
                </a:gridCol>
                <a:gridCol w="1645509">
                  <a:extLst>
                    <a:ext uri="{9D8B030D-6E8A-4147-A177-3AD203B41FA5}">
                      <a16:colId xmlns:a16="http://schemas.microsoft.com/office/drawing/2014/main" val="3530458087"/>
                    </a:ext>
                  </a:extLst>
                </a:gridCol>
                <a:gridCol w="1645509">
                  <a:extLst>
                    <a:ext uri="{9D8B030D-6E8A-4147-A177-3AD203B41FA5}">
                      <a16:colId xmlns:a16="http://schemas.microsoft.com/office/drawing/2014/main" val="2417858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Anthropic models</a:t>
                      </a:r>
                    </a:p>
                  </a:txBody>
                  <a:tcPr marT="142875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Price per 1,000 input tokens</a:t>
                      </a:r>
                    </a:p>
                  </a:txBody>
                  <a:tcPr marT="142875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Price per 1,000 output tokens</a:t>
                      </a:r>
                    </a:p>
                  </a:txBody>
                  <a:tcPr marT="142875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Price per 1,000 input tokens 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(batch)</a:t>
                      </a:r>
                    </a:p>
                  </a:txBody>
                  <a:tcPr marT="142875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Price per 1,000 output tokens 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(batch)</a:t>
                      </a:r>
                    </a:p>
                  </a:txBody>
                  <a:tcPr marT="142875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Price per 1,000 input tokens 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(cache write)</a:t>
                      </a:r>
                    </a:p>
                  </a:txBody>
                  <a:tcPr marT="142875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Price per 1,000 input tokens 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(cache read)</a:t>
                      </a:r>
                    </a:p>
                  </a:txBody>
                  <a:tcPr marT="142875" marB="76200"/>
                </a:tc>
                <a:extLst>
                  <a:ext uri="{0D108BD9-81ED-4DB2-BD59-A6C34878D82A}">
                    <a16:rowId xmlns:a16="http://schemas.microsoft.com/office/drawing/2014/main" val="107681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Claude Opus 4.5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$0.0125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$0.00625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$0.0005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31791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Claude Haiku 4.5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$0.0005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$0.00125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$0.0001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567621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Claude Sonnet 4.5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$0.015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$0.0015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$0.0075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$0.00375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$0.0003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56516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1200">
                          <a:effectLst/>
                        </a:rPr>
                        <a:t>Claude Sonnet 4.5 - Long Context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$0.0225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$0.01125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$0.0075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$0.0006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96666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Claude Sonnet 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$0.015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$0.0015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$0.0075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>
                          <a:effectLst/>
                        </a:rPr>
                        <a:t>$0.00375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$0.0003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126804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4182E3-A388-4B67-2D4E-27DC0564725F}"/>
              </a:ext>
            </a:extLst>
          </p:cNvPr>
          <p:cNvSpPr txBox="1"/>
          <p:nvPr/>
        </p:nvSpPr>
        <p:spPr>
          <a:xfrm>
            <a:off x="241300" y="4860125"/>
            <a:ext cx="1170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Region: </a:t>
            </a:r>
            <a:r>
              <a:rPr lang="en-US" b="1" dirty="0">
                <a:solidFill>
                  <a:schemeClr val="accent1"/>
                </a:solidFill>
              </a:rPr>
              <a:t>Asia Pacific (Singapore)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47F5D-4135-8089-390D-5321DABB1118}"/>
              </a:ext>
            </a:extLst>
          </p:cNvPr>
          <p:cNvSpPr txBox="1"/>
          <p:nvPr/>
        </p:nvSpPr>
        <p:spPr>
          <a:xfrm>
            <a:off x="241300" y="1364647"/>
            <a:ext cx="1170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Anthropic</a:t>
            </a:r>
          </a:p>
          <a:p>
            <a:r>
              <a:rPr lang="en-US" b="1" dirty="0">
                <a:solidFill>
                  <a:schemeClr val="accent1"/>
                </a:solidFill>
              </a:rPr>
              <a:t>On-Demand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Batch</a:t>
            </a:r>
            <a:r>
              <a:rPr lang="en-US" dirty="0">
                <a:solidFill>
                  <a:schemeClr val="bg1"/>
                </a:solidFill>
              </a:rPr>
              <a:t> pricing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5556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368D-22ED-BAC3-23D1-DEA6B2B6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DBA6D1-B061-79F0-9996-2D3CF84C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EF62E1-E494-EA35-3BCE-6698B774E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28BF83-0A00-947D-2594-77261F8D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and Usage report (Oct – Dec 2025)</a:t>
            </a: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189231F8-7C95-6CF5-C87E-C8BD7B33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802" y="1134975"/>
            <a:ext cx="1033639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08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3C856-FA4B-1FE6-51FE-23FB6B0D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EB6B8D-46DE-EFA5-E53E-3C5847C3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CA719-6F22-2D6F-51BD-1645B6185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E04877-2EFC-56EA-9BA3-0302FBE2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and Usage report (Oct – Dec 2025)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BBC2FB-0DB5-5216-922A-6D5079137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3" y="1222704"/>
            <a:ext cx="11586267" cy="41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46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EEC7-3506-3963-8971-678F510C4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5F7B53D-5391-D7F7-4BBD-1F19787C98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E4E019-4F8A-CC56-CB5D-C51FDA150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90BBAB79-0E6A-E6AC-DE32-89F222A8C0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Demo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DE61DC5-8EF5-8DEB-7C61-D0D327436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14095"/>
            <a:ext cx="8865468" cy="523220"/>
          </a:xfrm>
        </p:spPr>
        <p:txBody>
          <a:bodyPr/>
          <a:lstStyle/>
          <a:p>
            <a:r>
              <a:rPr lang="en-US" dirty="0"/>
              <a:t>Videos</a:t>
            </a:r>
          </a:p>
        </p:txBody>
      </p:sp>
    </p:spTree>
    <p:extLst>
      <p:ext uri="{BB962C8B-B14F-4D97-AF65-F5344CB8AC3E}">
        <p14:creationId xmlns:p14="http://schemas.microsoft.com/office/powerpoint/2010/main" val="82126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A7FD-2515-56D8-7B73-45481ED9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7D3286A-7BBB-0414-D120-671BB97ECC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D8C567-35D2-7430-966B-791DD6BD3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4E5C1946-926E-018A-2D83-E3E4A06CEA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Discussion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8E88280-809C-DC52-A52E-86244DF13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14095"/>
            <a:ext cx="8865468" cy="523220"/>
          </a:xfrm>
        </p:spPr>
        <p:txBody>
          <a:bodyPr/>
          <a:lstStyle/>
          <a:p>
            <a:r>
              <a:rPr lang="en-US" dirty="0"/>
              <a:t>Feedbacks and Improvements</a:t>
            </a:r>
          </a:p>
        </p:txBody>
      </p:sp>
    </p:spTree>
    <p:extLst>
      <p:ext uri="{BB962C8B-B14F-4D97-AF65-F5344CB8AC3E}">
        <p14:creationId xmlns:p14="http://schemas.microsoft.com/office/powerpoint/2010/main" val="355326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ark-Background-Master">
  <a:themeElements>
    <a:clrScheme name="Architecture Icons Dark Background">
      <a:dk1>
        <a:srgbClr val="000000"/>
      </a:dk1>
      <a:lt1>
        <a:srgbClr val="FFFFFF"/>
      </a:lt1>
      <a:dk2>
        <a:srgbClr val="232F3E"/>
      </a:dk2>
      <a:lt2>
        <a:srgbClr val="E7E6E6"/>
      </a:lt2>
      <a:accent1>
        <a:srgbClr val="FF9900"/>
      </a:accent1>
      <a:accent2>
        <a:srgbClr val="28AD32"/>
      </a:accent2>
      <a:accent3>
        <a:srgbClr val="EB6F6F"/>
      </a:accent3>
      <a:accent4>
        <a:srgbClr val="A5A5A5"/>
      </a:accent4>
      <a:accent5>
        <a:srgbClr val="D1D5DB"/>
      </a:accent5>
      <a:accent6>
        <a:srgbClr val="539FE5"/>
      </a:accent6>
      <a:hlink>
        <a:srgbClr val="539FE5"/>
      </a:hlink>
      <a:folHlink>
        <a:srgbClr val="539F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628A79-5B97-45A7-8706-A7C655D97513}">
  <we:reference id="wa200000113" version="1.0.0.0" store="en-US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167183</TotalTime>
  <Words>1233</Words>
  <Application>Microsoft Office PowerPoint</Application>
  <PresentationFormat>Widescreen</PresentationFormat>
  <Paragraphs>280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 Light</vt:lpstr>
      <vt:lpstr>Arial</vt:lpstr>
      <vt:lpstr>Bosch Office Sans</vt:lpstr>
      <vt:lpstr>Calibri</vt:lpstr>
      <vt:lpstr>Wingdings</vt:lpstr>
      <vt:lpstr>Dark-Background-Master</vt:lpstr>
      <vt:lpstr>AWS CloudOps Agent</vt:lpstr>
      <vt:lpstr>Contents</vt:lpstr>
      <vt:lpstr>Challenges</vt:lpstr>
      <vt:lpstr>7 Most Common Cloud Computing Challenges</vt:lpstr>
      <vt:lpstr>Agentic AI</vt:lpstr>
      <vt:lpstr>What is Agentic AI?</vt:lpstr>
      <vt:lpstr>Characteristics of agentic AI systems</vt:lpstr>
      <vt:lpstr>Use cases of agentic AI</vt:lpstr>
      <vt:lpstr>Cloud AI Agent Objectives</vt:lpstr>
      <vt:lpstr>Strands Agents</vt:lpstr>
      <vt:lpstr>Strands Agents core concepts</vt:lpstr>
      <vt:lpstr>Strands Agents main components</vt:lpstr>
      <vt:lpstr>Strands Agents main components</vt:lpstr>
      <vt:lpstr>AWS Bedrock AgentCore</vt:lpstr>
      <vt:lpstr>What is Amazon Bedrock AgentCore?</vt:lpstr>
      <vt:lpstr>Implementation Plan</vt:lpstr>
      <vt:lpstr>Implementation Plan</vt:lpstr>
      <vt:lpstr>Architecture</vt:lpstr>
      <vt:lpstr>Architecture – v1</vt:lpstr>
      <vt:lpstr>Architecture – v2</vt:lpstr>
      <vt:lpstr>Architecture – RAG workflow</vt:lpstr>
      <vt:lpstr>Architecture – Detect React workflow</vt:lpstr>
      <vt:lpstr>Cost</vt:lpstr>
      <vt:lpstr>Costs Analysis</vt:lpstr>
      <vt:lpstr>Model Pricing</vt:lpstr>
      <vt:lpstr>Costs and Usage report (Oct – Dec 2025)</vt:lpstr>
      <vt:lpstr>Costs and Usage report (Oct – Dec 2025)</vt:lpstr>
      <vt:lpstr>Demo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Huy Nguyen</cp:lastModifiedBy>
  <cp:revision>3876</cp:revision>
  <dcterms:created xsi:type="dcterms:W3CDTF">2020-03-23T21:46:17Z</dcterms:created>
  <dcterms:modified xsi:type="dcterms:W3CDTF">2025-12-18T16:25:58Z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2025-05-31T04:13:42Z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c55d4771-f3bf-4849-a676-d7c81a20ec9e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